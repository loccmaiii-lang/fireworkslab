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这次分享围绕跨年烟花的制作任务展开。先说规模、交付和编排带来的三个挑战，再介绍对应工具和实际成果，最后总结我与AI协作时可以复用的方法。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保留第二版重制封面与视觉模板，背景沿用原示意图，不当作UE实机。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F:/FireWorksLab/协作/提示词/分享PPT交接_2026-10-29/第二版重制交付/烟花秀AI全流程_第二版重制.pptx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去年烟花2.0实际播放的是3种烟花和1条通用尾缀，时长约40秒。今年跨年3.0，PC资源库按花名归并有26种，包含扇形，尾缀也扩展到6个尺寸档，并要支持PC和手游。当前节目设计约220秒。这里左边是实际演出回顾，右边是资源库和方案范围，不把它们直接算成增长倍数。真正的挑战是每个花型都伴随规格、平台和节目组合的变化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去年3/1/约40秒由用户本轮明确确认。2.0整表资产池比实际登场更多，不能说整表仅3种。26同名花型已含金锦冠完整扇面，不能再加扇形用途3。6为尾缀规格。219.5秒为B11r3方案，不宣称目标机实际整场已验收。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F:/FireWorksLab/协作/提示词/分享PPT交接_2026-10-29/第三版素材/资源分类.md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制作完成后，还有一条容易被低估的交付链。先确定取景、采样和排格，再输出主序列、颜色表、裁剪轮廓和两端配置，进入UE后还要创建、绑定并核对设置。效果一改，这些步骤就要重走。需要解决的是批量交付的一致性：让修改后的图、参数和引擎资源保持对应，并且能发现漏项。左图是既有扇形效果素材，右图是UE资源设置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不把全部资产统一成固定64帧或相同尺寸，不把PC NoMip推广到手游。不重复念12个勾选项。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F:/FireWorksLab/协作/提示词/分享PPT交接_2026-10-29/第三版素材/取景与格子.md</a:t>
            </a:r>
          </a:p>
          <a:p>
            <a:r>
              <a:t>F:/FireWorksLab/CLAUDE.md</a:t>
            </a:r>
          </a:p>
          <a:p>
            <a:r>
              <a:t>F:/FireWorksLab/协作/提示词/分享PPT交接_2026-10-29/第二版重制交付/核验依据/verify_A4.md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去年依靠定序器维护节目。历史快照中，12个子序列合计有2726条绑定轨道，修改音乐或节奏会牵动大量关联。今年的节目更长，点位和资源组合也更多，版本周期又紧。虽然我与程序共同设计了新的导演蓝图，人工逐发对拍仍然不便，所以需要把编排变成可视化的结构，再生成引擎可以读取的数据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2726为历史整体绑定轨道合计，非截图可见轨道数，非花型或发射次数。资源/内存压力来自既有反馈，不写性能失败率或已解决结论。与492时序槽不是同一计量单位。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F:/FireWorksLab/协作/提示词/分享PPT交接_2026-10-29/第三版素材/原图/ue_sequencer_S1_open.png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最早我已有一个Blender烟花工程，但当时渲染等待、交互和导出预览不够顺畅。这个任务的目标是游戏镜头里的序列素材，于是把结构经验整理成模板，用专用烘焙器实时调整运动、层次和颜色。做好的效果保留完整配方和版本，再按项目规格输出。右边几张是已有UE试放，用来展示模板经过调整后形成的不同效果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左图为烘焙器4.9历史多层模板回归局部，右图为既有UE效果，展示模板思路与实际效果，不宣称逐项同版本对应。无跨软件基准，不宣称加速倍数。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F:/FireWorksLab/协作/提示词/分享PPT交接_2026-10-29/第二版重制交付/核验依据/verify_A1_A2.md</a:t>
            </a:r>
          </a:p>
          <a:p>
            <a:r>
              <a:t>F:/FireWorksLab/analysis/probe/多层模板/多层模板总表.jpg</a:t>
            </a:r>
          </a:p>
          <a:p>
            <a:r>
              <a:t>F:/FireWorksLab/analysis/probe/多层模板/标准检查.md</a:t>
            </a:r>
          </a:p>
          <a:p>
            <a:r>
              <a:t>F:/FireWorksLab/analysis/local/20261030_PPT第二版重制_Codex/reports/asset_manifest.json</a:t>
            </a:r>
          </a:p>
          <a:p>
            <a:r>
              <a:t>D:/Blender/Firework_FX_Lab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输出规范先解决画幅和运动的关系。不同花型选择固定框、随开花放大或锚点取景，减少空白同时保持位置稳定。采样把有限帧数分给运动更快的阶段，格子也按花型形状选择。随后主序列、Ramp、Cutout和配置一起生成PC与手游版本，最后按导出结果回放。图中的64帧是这一张素材的规格，不是所有烟花都必须用64帧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取景使用需看资源实际导出模块；FC6O候选估算利用率不进入页面。紧凑取景禁用。动态图/回放不等同UE。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F:/FireWorksLab/协作/提示词/分享PPT交接_2026-10-29/第三版素材/取景与格子.md</a:t>
            </a:r>
          </a:p>
          <a:p>
            <a:r>
              <a:t>F:/FireWorksLab/spec/cascade_params_v1.md</a:t>
            </a:r>
          </a:p>
          <a:p>
            <a:r>
              <a:t>F:/FireWorksLab/协作/提示词/分享PPT交接_2026-10-29/第三版交付/img/p09_fan_atlas.jpg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导入器承接前一页的素材包。它先读取和核对包内内容，把资源与平台设置整理成待执行清单，确认后再批量创建和绑定，最后读回实际值。这样规范会随着每次交付执行，人工重点放在异常和效果验收。导入成功并不等于最终观感通过，仍然需要到UE试放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图是Fixture流程测试界面，不冒充正式仙女棒的导入回执。PC主序列NoMip；手游Mip/流送≤1024；NeverStream保持false；Ramp Clamp/NoMip。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F:/FireWorksLab/协作/提示词/分享PPT交接_2026-10-29/第二版重制交付/核验依据/verify_A3_A5_A6.md</a:t>
            </a:r>
          </a:p>
          <a:p>
            <a:r>
              <a:t>F:/FireWorksLab/协作/提示词/分享PPT交接_2026-10-29/第三版交付/img/p10_importer.jpg</a:t>
            </a:r>
          </a:p>
          <a:p>
            <a:r>
              <a:t>F:/FireWorksLab/analysis/results/TEX_SPEC_20261018/verify.json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编排先确定共同尺度。这套设计以宽800米、坝顶高150米的舞台为参照，坝顶主点间距约100米，加上点间和前台，共24个设计点。再根据画面里的花径和高度分成四档。以同一点距比较，花径约1.5倍仍能辨认单花，2.3倍更接近花墙，3倍容易连成一片。这些项目经验进入编排宪章，让开花资源、尾缀和点位组合使用同一套尺度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比例与高度是设计参考，不是每个花型固定参数或实机测量。墙面构图另有中心高，不能所有L都+330。P与B同处坝顶，F为前台低位，非三排等距纵深。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F:/FireWorksLab/协作/跨年秀编排宪章.md</a:t>
            </a:r>
          </a:p>
          <a:p>
            <a:r>
              <a:t>F:/FireWorksLab/analysis/local/20261030_PPT第四版_Codex/reports/evidence_programme.md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分档以后，把不同规格放进同一张舞台图检查。高空球花看彼此的重叠与上边界，坝顶扇形和前台低位负责较低的层次，升空尾缀连接地面和开花位置。画面太满时，除了减少数量，还可以改高度、点位或错开峰值。这个图用来说明设计包络，不代表某个已测节目帧，更不能直接证明性能达标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用户给的图4/图6为同图。未找到图的正式节目版本/时刻与生成记录，标构图推演，不称实际峰值或性能极限。图像原上沿已有裁切，用作边界检查不补造内容。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F:/FireWorksLab/analysis/local/20261030_PPT第四版_Codex/assets/composition_envelope.png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F:/FireWorksLab/协作/跨年烟花秀编排计划书.md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模板分成三个层级。基础模板对应真实资源和名义规格，主要用于选择和查看来源。花型模板把尾缀、开花或多束扇形组织成一次发射。编排模板进一步组合多次花型调用，规定相对时间、点位和顺序，再放进节目成为具体片段。已经排好的片段也能保存回模板库，所以调整可以逐步沉淀，不需要每次从空白时间线开始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花型结构图16.0.1，编排调用图16.0.42功能测试，分别展示对应层级；编排模板待绑定点位，不作为正式节目成果。模板固定版本，避免隐式覆盖。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F:/FireWorksLab/tool/workbench/src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片段进入节目后，按音乐段落调整节奏和构图。整段移动时保留内部相对时序，局部仍能继续修改。交付时从同一份节目编译导演三表：描述单发结构、点位调用和时间调度。正式路径支持把平台和高中低画质筛选写在同一套表里，也保留单档导出。然后只读核对目标导演和点位，明确确认后写入，再读回检查，最后到UE看实际效果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三表为EffectSubTemplates/EffectTemplates/EffectScheduleGroups；不是三个画质表。历史截图正在只读检查，不冒充成功回执。dfshow是可恢复节目，导演表不能替代项目备份。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F:/FireWorksLab/tool/workbench/src/App.jsx</a:t>
            </a:r>
          </a:p>
          <a:p>
            <a:r>
              <a:t>F:/FireWorksLab/tool/workbench/src/FixedDirectorPanel.jsx</a:t>
            </a:r>
          </a:p>
          <a:p>
            <a:r>
              <a:t>F:/FireWorksLab/tool/workbench/src/EnginePanel.jsx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把前面的内容合起来看，烘焙器解决效果模板和输出，导入器解决资源接入的一致性，编排工作台解决片段复用和音乐时序，导演蓝图负责游戏内播放。素材包、导入清单和导演表把它们连在一起。工具处理可重复的步骤，我负责目标、效果取舍和最终验收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按用户要求参考第三版6。两版这页共同来自第一版原生工具链，保留源结构；导演蓝图与程序共同设计。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F:/FireWorksLab/协作/提示词/分享PPT交接_2026-10-29/第二版重制交付/烟花秀AI全流程_第二版重制.pptx</a:t>
            </a:r>
          </a:p>
          <a:p>
            <a:r>
              <a:t>F:/FireWorksLab/协作/提示词/分享PPT交接_2026-10-29/第三版交付/烟花秀AI全流程_第三版.pptx</a:t>
            </a:r>
          </a:p>
          <a:p>
            <a:r>
              <a:t>F:/FireWorksLab/analysis/local/20261030_PPT第四版_Codex/reports/evidence_programme.md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成果先看最终素材范围。跨年3.0的PC按花名归并为26种，手游采用其中12种，两端都包含尾缀和窜天猴等配套组件，这里不再逐类展开。按现有库存引用去重，PC涉及179张贴图，手游79张，其中46张共用，合并是212张。这个口径包含各LOD和辅助图，说明接入规模，不是累计原创出图数，也不是显存用量。左边是已有UE试放及窜天猴工具回放，各图标明身份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PC179/手游79/交集46复算，排除三默认图；包含关闭LOD引用。跨平台合计不能179+79。26含扇形，不额外再加3。累计466清单/4022素材PNG含迭代，留作补充不主讲。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F:/FireWorksLab/analysis/local/20261030_PPT第四版_Codex/reports/evidence_programme.md</a:t>
            </a:r>
          </a:p>
          <a:p>
            <a:r>
              <a:t>F:/FireWorksLab/协作/提示词/分享PPT交接_2026-10-29/第三版素材/资源分类.md</a:t>
            </a:r>
          </a:p>
          <a:p>
            <a:r>
              <a:t>F:/FireWorksLab/analysis/local/20261030_PPT第二版重制_Codex/reports/asset_manifest.json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第二项成果是节目结构可以持续修改。当前方案约220秒，覆盖24个设计点位，平台和画质按规则筛选。修改主要落在段落与片段，再重新生成交付数据。第三项是接入有批量核对记录：历史两轮分别完成149张贴图的规范修正读回，以及115个资源包的批量修正。这些记录说明重复工作已经可以系统处理，但没有等条件工时测试，所以不估算节省百分比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149与115是两轮独立历史修正，不是一键导入器一次处理同批内容。图是既有秀场回放，不保证与B11r3当前方案同版。目标设备整场性能未获完整通过证据，音乐对拍部分指标未达目标。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F:/FireWorksLab/analysis/results/TEX_SPEC_20261018/verify.json</a:t>
            </a:r>
          </a:p>
          <a:p>
            <a:r>
              <a:t>F:/FireWorksLab/协作/提示词/分享PPT交接_2026-10-29/第二版重制交付/核验依据/verify_A3_A5_A6.md</a:t>
            </a:r>
          </a:p>
          <a:p>
            <a:r>
              <a:t>F:/FireWorksLab/analysis/local/20261030_PPT第四版_Codex/reports/evidence_programme.md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仙女棒的复杂度来自多种火星与层级关系。原Blender工程已经积累13类发射层，后来迁移为通用母子分叉：子粒跟随父粒事件出生，继承部分运动，再产生后续碎片和余烬。复杂运动在烘焙阶段合成，当前候选每个平台只需一个Main发射器和一张64帧主序列，另外保留Ramp和Cutout。下方13格展示历史结构，右下独立画面播放当前候选素材的真实解帧。上方留给实际UE录屏，不能用素材回放替代实机观感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13图为4.9.84单层独看且采样时刻不同，不是Blender渲染，不是当前4.9.118逐层像素叠加。动态为4.9.118真实atlas按既有Pack解帧公式回放，不含UE材质、压缩、Bloom；UE观感待验收。13→1是制作结构到运行主序列的归并，不是测得13倍性能提升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F:/FireWorksLab/analysis/local/20261030_PPT第四版_Codex/reports/evidence_media.md</a:t>
            </a:r>
          </a:p>
          <a:p>
            <a:r>
              <a:t>F:/FireWorksLab/analysis/results/SparkGraph/来源.json</a:t>
            </a:r>
          </a:p>
          <a:p>
            <a:r>
              <a:t>F:/FireWorksLab/analysis/results/GraphFraming/SGS1/candidate/Sparkler_Graph.zip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尾缀分成近段循环和远段长轨迹，近远指粒子年龄与内容表示，不是相机距离LOD。左边用一个真实历史包分别回放两段素材。右边保留早期帧预算的推导：把速度积分成位移，再按观看条件换成屏幕像素，让运动快的阶段获得更多采样。800米和1080p下的0.77像素只是项目经验线，换镜头要重新标定。时间采样更密可能压缩单格分辨率，L曾因此近看变软，所以流畅与清晰需要一起检查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视频4.9.75与表格4.9.26/31分开，不当作同一轮前后实验。4.9.75包10发射器，仅展示RiseLoop/TrailFar，不称全包仅2层。动态不含世界位移，非UE实录。当前库存各尺寸实现不同，Hero/XS等不强套此结构。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F:/FireWorksLab/analysis/local/20261030_PPT第四版_Codex/reports/evidence_media.md</a:t>
            </a:r>
          </a:p>
          <a:p>
            <a:r>
              <a:t>F:/FireWorksLab/协作/提示词/分享PPT交接_2026-10-29/第二版重制交付/核验依据/verify_A4.md</a:t>
            </a:r>
          </a:p>
          <a:p>
            <a:r>
              <a:t>F:/FireWorksLab/tool/src/js/31_plan40.js</a:t>
            </a:r>
          </a:p>
          <a:p>
            <a:r>
              <a:t>F:/FireWorksLab/tool/CHANGELOG.md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这页把两类常见问题放在一起，但分别说明证据。左边是低档同机位同刻的UE对照，最终PC主序列采用NoMip，手游则按性能约束保留Mip与流送。右边是Ramp末格机制复现，不是UE实机前后。实际项目中，用户确认EmissiveDissolve设为0.98有效，这项处理进入导出和导入规则，同时保留黑末格与灰度封顶护栏。另外，RGB变黑但Alpha不消失造成的淡出黑点，已改为Alpha淡出，参数修订与实机验证仍分开记录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左图只裁切不增亮/锐化。右图来自用户附件同源机制模拟，既非0.98前后实验也非UE录屏。BC7/错配根因未确证。另一路RT6LE3→LE4 Alpha黑点未有UE验收，不能声称三项都实机通过。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F:/FireWorksLab/analysis/results/LOWQ_FIX_20261018/方案与对比.md</a:t>
            </a:r>
          </a:p>
          <a:p>
            <a:r>
              <a:t>F:/FireWorksLab/analysis/local/20261030_PPT第四版_Codex/reports/evidence_media.md</a:t>
            </a:r>
          </a:p>
          <a:p>
            <a:r>
              <a:t>F:/FireWorksLab/协作/提示词/分享PPT交接_2026-10-29/第二版重制交付/核验依据/verify_A4.md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这一段用同一个效果展示完整流程：选择模板调参，导出PC和手游素材，检查并接入资源，在工作台里组织片段和段落，生成导演表后回到UE试放。讲解重点是每一步交付什么，以及下一步如何读取它。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此处是用户计划自行补入的完整流程录屏。框为原生可编辑占位对象，未伪造实际完成录像。建议90–120秒，由讲者决定最终长度。</a:t>
            </a:r>
          </a:p>
          <a:p>
            <a:endParaRPr/>
          </a:p>
          <a:p>
            <a:r>
              <a:t>【依据】</a:t>
            </a:r>
          </a:p>
          <a:p>
            <a:r>
              <a:t>用户本轮明确要求保留一页流程展示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最后把这次经历整理成三步。先明确需求，把目标、约束和验收标准讲清楚，先拆原理再做技术选择。然后建立规范，按效果、工具和编排分工，每轮执行读取宪章与交接，把修复写回工具。最后用真实结果把关，区分实现完成、自检通过和用户认可。参数无效时给出原因，界面用共同令牌维护一致性，稳定效果保留配方。AI可以承担推导与实现，我仍需要负责方向、美术取舍和最终UE验收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依据第三版23重写的单页候选。共用颜色令牌已落地，不表示所有组件/字阶已全部统一。角色与团队协作保留，不将程序/性能组工作归为个人独立完成。 补充工作量口径：既有A1复核基线fffafe28，仓库2216个祖先提交（约2200），其中352条gpu:、80条user:；烘焙器约200个版本记录。提交不能等同个人手工劳动或有效功能数。现存466份导出清单记录1971次主序列PNG、4022次素材PNG输出，含版本重复，不与最终库存张数相加。个人承担需求、参考、美术取舍、AI任务组织、集成与验收；导演蓝图与程序共同设计，贴图规范与性能组约定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F:/FireWorksLab/协作/提示词/分享PPT交接_2026-10-29/第三版交付/讲稿_第三版.md</a:t>
            </a:r>
          </a:p>
          <a:p>
            <a:r>
              <a:t>F:/FireWorksLab/协作/提示词/分享PPT交接_2026-10-29/第二版考证/A5_方法论与设计系统.md</a:t>
            </a:r>
          </a:p>
          <a:p>
            <a:r>
              <a:t>F:/FireWorksLab/tool/design-system/tokens.json</a:t>
            </a:r>
          </a:p>
          <a:p>
            <a:r>
              <a:t>F:/FireWorksLab/协作/参数宪章.md</a:t>
            </a:r>
          </a:p>
          <a:p>
            <a:r>
              <a:t>F:/FireWorksLab/协作/交互宪章.md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【朗读稿】</a:t>
            </a:r>
          </a:p>
          <a:p>
            <a:r>
              <a:t>谢谢。</a:t>
            </a:r>
          </a:p>
          <a:p>
            <a:endParaRPr/>
          </a:p>
          <a:p>
            <a:r>
              <a:t>【补充与核验，不朗读】</a:t>
            </a:r>
          </a:p>
          <a:p>
            <a:r>
              <a:t>用户要求的独立结束页，使用已有UE截图，不生成虚构烟花成果。</a:t>
            </a:r>
          </a:p>
          <a:p>
            <a:endParaRPr/>
          </a:p>
          <a:p>
            <a:r>
              <a:t>【依据】</a:t>
            </a:r>
          </a:p>
          <a:p>
            <a:r>
              <a:t>F:/FireWorksLab/协作/提示词/分享PPT交接_2026-10-29/素材/01_封面_UE跨年秀.jpg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AFAB-9B1E-4036-9610-3E6846374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80B76-D23E-4282-ABEE-FB028ECD8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8EFC0-A967-4E97-A098-305CB94886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6D7EE-1920-46D8-8131-6C6AE41E25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80F6E-DA84-4195-A255-BE9890A6AC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0E62-3548-4995-A2F1-7AD8A0F1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EAACD-FDF7-48C5-B6D2-4CC75264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EDA18-D0C8-4A2F-8EE9-1E63DAD141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9B02-233D-4BCD-A52B-91C41AD8B7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188BE-F507-4C49-AC13-8DF7D12B2E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821A-D061-4B90-8B4B-E233BB861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E7637-DC1E-429A-94F5-15A268ED2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5987-C076-4A2A-B746-C8B9F6C1F4E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27296-4118-46D7-97FE-0F162A654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170BD-F6A0-423F-AB70-E63D517784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2997-4F77-4BDD-B14F-AFE700B3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6F184-EA20-4EFF-BDA3-19E0DC77E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EBD83-6E8D-4DE0-A442-36A16D7E9DF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E47E6-007C-4950-9457-61D8D5847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A89A0-C654-4E7D-B890-CA57422853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89FE0-04C5-4320-8662-F5B7535EC0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1B5-1F54-4EC9-8195-E08ED1AD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9158C-7F77-43FF-93BE-E3C7199C0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C6504-9CFB-408A-8589-36E37BFEB7E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3C2ED-4AFA-451C-8FA6-0ABF6A9F53F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E2296-15C0-4B84-B230-189149365DB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DC991-7C03-4BCD-B163-F00C53CDE7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77CDA-1B3D-4E75-82AB-A18F226792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83525-D79D-41AC-87E2-B032BBEBE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C7E-35BF-4B84-819B-5EC2B0CC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0D094-C996-495F-8E06-823DA9D97E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48D47-93FB-40B1-9128-FC63237D3E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D1FC1-2E12-4DA5-B92F-4BE5A07F67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5185C-BA40-4713-86D9-38FB04A6E8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BA3B1-2D8D-4827-8A11-2762A244D0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CD7A0-F70D-405E-A163-B07652DBD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BC92-812F-4CB8-968D-31B39D6B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B1516-4D32-48BA-A41E-48F1C36B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AE064-C759-4F70-90EF-D955CCDE29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40DE5-A202-4014-BD97-5E00918AD2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6913C-28D9-4544-BFEE-7B5FA86ADD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DE89B-F6BB-4FBD-B2ED-FDFCA814BE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8B2D-7287-432B-B5AC-ED71D92D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94068-F0D5-4377-BE2A-E503EB785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B4F30-02BA-4E24-BE00-2DB00053501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88637-88D5-4FC5-8962-6AB9B983F9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02CF2-2221-4EB2-854E-CE910E87EE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3F150-B85C-4171-84BD-95F6DB804A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CE20-3433-46CC-BF92-F9A50044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9AED6-0EBE-4E2D-883B-5F2647740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A3F2-8B3D-4E98-B399-6F073A64E5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7E2EB-C90A-4655-9AFD-E03DDE96FE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D8AB4-7D21-4719-A01E-C5AE15316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91B84-4CF1-4FE6-9CA7-380C7D74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B93E3-B53F-4ABE-8CB4-19D881BA4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0A70E-9BC8-4A80-9F18-18C174825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C733B-B87B-4334-AC4A-C0B245BC04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FB33-EBD0-41C3-8AD1-2788FC903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D85FD-E39D-49B7-ACD3-B7494F06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30573-C471-4DF0-BBFA-4AA7B935D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01EF4-ADD8-4C54-A439-C42CFB654C4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2026/10/30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3186-E2EE-4D24-B263-B2245B08BD2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B4930-E4D9-44FA-998F-8B0B2ADADC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video" Target="../media/media1.mp4"/><Relationship Id="rId16" Type="http://schemas.openxmlformats.org/officeDocument/2006/relationships/image" Target="../media/image38.png"/><Relationship Id="rId1" Type="http://schemas.microsoft.com/office/2007/relationships/media" Target="../media/media1.mp4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microsoft.com/office/2007/relationships/media" Target="../media/media3.mp4"/><Relationship Id="rId7" Type="http://schemas.openxmlformats.org/officeDocument/2006/relationships/image" Target="../media/image4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3.mp4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9FF167-6BF6-48DF-A605-F4D59E59A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15161A-F5FD-42DC-B383-068A06FD1CD1}"/>
              </a:ext>
            </a:extLst>
          </p:cNvPr>
          <p:cNvSpPr>
            <a:spLocks noGrp="1"/>
          </p:cNvSpPr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source_tag">
            <a:extLst>
              <a:ext uri="{FF2B5EF4-FFF2-40B4-BE49-F238E27FC236}">
                <a16:creationId xmlns:a16="http://schemas.microsoft.com/office/drawing/2014/main" id="{9DA50882-5314-4467-8AB8-78A123631035}"/>
              </a:ext>
            </a:extLst>
          </p:cNvPr>
          <p:cNvSpPr>
            <a:spLocks noGrp="1"/>
          </p:cNvSpPr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示意图</a:t>
            </a:r>
          </a:p>
        </p:txBody>
      </p:sp>
      <p:sp>
        <p:nvSpPr>
          <p:cNvPr id="7" name="footer_mark">
            <a:extLst>
              <a:ext uri="{FF2B5EF4-FFF2-40B4-BE49-F238E27FC236}">
                <a16:creationId xmlns:a16="http://schemas.microsoft.com/office/drawing/2014/main" id="{DBD2D229-18EC-41AC-8F01-869C772E80A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59F603B0-886D-42F2-AF80-082011D345A5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96A77-15BD-480B-B5B2-6C43684DC4D1}"/>
              </a:ext>
            </a:extLst>
          </p:cNvPr>
          <p:cNvSpPr>
            <a:spLocks noGrp="1"/>
          </p:cNvSpPr>
          <p:nvPr/>
        </p:nvSpPr>
        <p:spPr>
          <a:xfrm>
            <a:off x="609600" y="1117600"/>
            <a:ext cx="698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VFX 组内分享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23EF34-9873-4BA6-B832-F8982A35C91B}"/>
              </a:ext>
            </a:extLst>
          </p:cNvPr>
          <p:cNvSpPr>
            <a:spLocks noGrp="1"/>
          </p:cNvSpPr>
          <p:nvPr/>
        </p:nvSpPr>
        <p:spPr>
          <a:xfrm>
            <a:off x="609600" y="1435100"/>
            <a:ext cx="8255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439"/>
              </a:lnSpc>
              <a:buNone/>
            </a:pP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烟花秀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5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全流程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D2554-25A7-4050-9D68-122E65A12877}"/>
              </a:ext>
            </a:extLst>
          </p:cNvPr>
          <p:cNvSpPr>
            <a:spLocks noGrp="1"/>
          </p:cNvSpPr>
          <p:nvPr/>
        </p:nvSpPr>
        <p:spPr>
          <a:xfrm>
            <a:off x="609600" y="2451100"/>
            <a:ext cx="6985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40"/>
              </a:lnSpc>
              <a:buNone/>
            </a:pP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烟花烘焙器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导入器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>
                <a:solidFill>
                  <a:srgbClr val="F5F5F5">
                    <a:alpha val="86000"/>
                  </a:srgbClr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498F2-7663-4BE6-98F3-58DF2CE54A13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698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95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4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围绕一次版本需求，把制作、接入与编排连起来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3F1B01-0F77-41B9-88FA-444F9A0DBE01}"/>
              </a:ext>
            </a:extLst>
          </p:cNvPr>
          <p:cNvSpPr>
            <a:spLocks noGrp="1"/>
          </p:cNvSpPr>
          <p:nvPr/>
        </p:nvSpPr>
        <p:spPr>
          <a:xfrm>
            <a:off x="609600" y="33274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C4CFC0-B2C0-4F63-8458-4B61620C8DEB}"/>
              </a:ext>
            </a:extLst>
          </p:cNvPr>
          <p:cNvSpPr>
            <a:spLocks noGrp="1"/>
          </p:cNvSpPr>
          <p:nvPr/>
        </p:nvSpPr>
        <p:spPr>
          <a:xfrm>
            <a:off x="609600" y="4546600"/>
            <a:ext cx="20320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7EB1E-6730-46CC-ACA2-A40456DB992B}"/>
              </a:ext>
            </a:extLst>
          </p:cNvPr>
          <p:cNvSpPr>
            <a:spLocks noGrp="1"/>
          </p:cNvSpPr>
          <p:nvPr/>
        </p:nvSpPr>
        <p:spPr>
          <a:xfrm>
            <a:off x="609600" y="4673600"/>
            <a:ext cx="279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EB28D-38BB-4E05-AEB2-8C7633CD2D36}"/>
              </a:ext>
            </a:extLst>
          </p:cNvPr>
          <p:cNvSpPr>
            <a:spLocks noGrp="1"/>
          </p:cNvSpPr>
          <p:nvPr/>
        </p:nvSpPr>
        <p:spPr>
          <a:xfrm>
            <a:off x="939800" y="4673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defRPr>
                <a:latin typeface="微软雅黑"/>
                <a:ea typeface="微软雅黑"/>
                <a:cs typeface="微软雅黑"/>
              </a:defRPr>
            </a:lvl1pPr>
            <a:lvl2pPr>
              <a:defRPr>
                <a:latin typeface="微软雅黑"/>
                <a:ea typeface="微软雅黑"/>
                <a:cs typeface="微软雅黑"/>
              </a:defRPr>
            </a:lvl2pPr>
            <a:lvl3pPr>
              <a:defRPr>
                <a:latin typeface="微软雅黑"/>
                <a:ea typeface="微软雅黑"/>
                <a:cs typeface="微软雅黑"/>
              </a:defRPr>
            </a:lvl3pPr>
            <a:lvl4pPr>
              <a:defRPr>
                <a:latin typeface="微软雅黑"/>
                <a:ea typeface="微软雅黑"/>
                <a:cs typeface="微软雅黑"/>
              </a:defRPr>
            </a:lvl4pPr>
            <a:lvl5pPr>
              <a:defRPr>
                <a:latin typeface="微软雅黑"/>
                <a:ea typeface="微软雅黑"/>
                <a:cs typeface="微软雅黑"/>
              </a:defRPr>
            </a:lvl5pPr>
            <a:lvl6pPr>
              <a:defRPr>
                <a:latin typeface="微软雅黑"/>
                <a:ea typeface="微软雅黑"/>
                <a:cs typeface="微软雅黑"/>
              </a:defRPr>
            </a:lvl6pPr>
            <a:lvl7pPr>
              <a:defRPr>
                <a:latin typeface="微软雅黑"/>
                <a:ea typeface="微软雅黑"/>
                <a:cs typeface="微软雅黑"/>
              </a:defRPr>
            </a:lvl7pPr>
            <a:lvl8pPr>
              <a:defRPr>
                <a:latin typeface="微软雅黑"/>
                <a:ea typeface="微软雅黑"/>
                <a:cs typeface="微软雅黑"/>
              </a:defRPr>
            </a:lvl8pPr>
            <a:lvl9pPr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制作与挑战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78676-36F2-4F74-B786-59D6310D0BB6}"/>
              </a:ext>
            </a:extLst>
          </p:cNvPr>
          <p:cNvSpPr>
            <a:spLocks noGrp="1"/>
          </p:cNvSpPr>
          <p:nvPr/>
        </p:nvSpPr>
        <p:spPr>
          <a:xfrm>
            <a:off x="609600" y="4965700"/>
            <a:ext cx="279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1C18F-B9E1-4E91-8ED2-4CA05F75645E}"/>
              </a:ext>
            </a:extLst>
          </p:cNvPr>
          <p:cNvSpPr>
            <a:spLocks noGrp="1"/>
          </p:cNvSpPr>
          <p:nvPr/>
        </p:nvSpPr>
        <p:spPr>
          <a:xfrm>
            <a:off x="939800" y="49657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buNone/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解决思路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BF41AF-4D35-4465-B7D3-359A0B906057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279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9C71C-9DD6-450B-9706-6AA5BC134BA7}"/>
              </a:ext>
            </a:extLst>
          </p:cNvPr>
          <p:cNvSpPr>
            <a:spLocks noGrp="1"/>
          </p:cNvSpPr>
          <p:nvPr/>
        </p:nvSpPr>
        <p:spPr>
          <a:xfrm>
            <a:off x="939800" y="5257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5A4E47-7F49-4990-841E-41A3ADCEB9F1}"/>
              </a:ext>
            </a:extLst>
          </p:cNvPr>
          <p:cNvSpPr>
            <a:spLocks noGrp="1"/>
          </p:cNvSpPr>
          <p:nvPr/>
        </p:nvSpPr>
        <p:spPr>
          <a:xfrm>
            <a:off x="609600" y="5549900"/>
            <a:ext cx="279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buNone/>
            </a:pPr>
            <a:r>
              <a:rPr sz="130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7DC47A-3108-434C-9FDB-6BCCC9E051D4}"/>
              </a:ext>
            </a:extLst>
          </p:cNvPr>
          <p:cNvSpPr>
            <a:spLocks noGrp="1"/>
          </p:cNvSpPr>
          <p:nvPr/>
        </p:nvSpPr>
        <p:spPr>
          <a:xfrm>
            <a:off x="939800" y="55499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69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分享与方法</a:t>
            </a:r>
          </a:p>
        </p:txBody>
      </p:sp>
    </p:spTree>
    <p:extLst>
      <p:ext uri="{BB962C8B-B14F-4D97-AF65-F5344CB8AC3E}">
        <p14:creationId xmlns:p14="http://schemas.microsoft.com/office/powerpoint/2010/main" val="165400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制作与挑战 · 规模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制作规模：花型、尾缀与节目长度同步扩展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2F9DEF-0A33-43F6-8900-8A095549A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1750" y="1966317"/>
            <a:ext cx="5200650" cy="2925366"/>
          </a:xfrm>
          <a:prstGeom prst="rect">
            <a:avLst/>
          </a:prstGeom>
        </p:spPr>
      </p:pic>
      <p:sp>
        <p:nvSpPr>
          <p:cNvPr id="7" name="第四版文本_1">
            <a:extLst>
              <a:ext uri="{FF2B5EF4-FFF2-40B4-BE49-F238E27FC236}">
                <a16:creationId xmlns:a16="http://schemas.microsoft.com/office/drawing/2014/main" id="{0B370C08-6993-4762-A13C-DFA9C83A033F}"/>
              </a:ext>
            </a:extLst>
          </p:cNvPr>
          <p:cNvSpPr>
            <a:spLocks noGrp="1"/>
          </p:cNvSpPr>
          <p:nvPr/>
        </p:nvSpPr>
        <p:spPr>
          <a:xfrm>
            <a:off x="6381750" y="5476875"/>
            <a:ext cx="5200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今年 UE 秀场画面</a:t>
            </a:r>
          </a:p>
        </p:txBody>
      </p:sp>
      <p:sp>
        <p:nvSpPr>
          <p:cNvPr id="8" name="第四版文本_2">
            <a:extLst>
              <a:ext uri="{FF2B5EF4-FFF2-40B4-BE49-F238E27FC236}">
                <a16:creationId xmlns:a16="http://schemas.microsoft.com/office/drawing/2014/main" id="{2EC7214E-803D-4612-832D-39F761EAD94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5219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去年 2.0 · 实际演出</a:t>
            </a:r>
          </a:p>
        </p:txBody>
      </p:sp>
      <p:sp>
        <p:nvSpPr>
          <p:cNvPr id="9" name="第四版文本_3">
            <a:extLst>
              <a:ext uri="{FF2B5EF4-FFF2-40B4-BE49-F238E27FC236}">
                <a16:creationId xmlns:a16="http://schemas.microsoft.com/office/drawing/2014/main" id="{99D60302-A158-4C44-9C47-E3917BAC12EE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33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3 种烟花</a:t>
            </a:r>
          </a:p>
        </p:txBody>
      </p:sp>
      <p:sp>
        <p:nvSpPr>
          <p:cNvPr id="10" name="第四版文本_4">
            <a:extLst>
              <a:ext uri="{FF2B5EF4-FFF2-40B4-BE49-F238E27FC236}">
                <a16:creationId xmlns:a16="http://schemas.microsoft.com/office/drawing/2014/main" id="{19836299-3B70-4BAD-A1F6-B0A8AB0773DB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1 条通用尾缀，约 40 秒</a:t>
            </a:r>
          </a:p>
        </p:txBody>
      </p:sp>
      <p:sp>
        <p:nvSpPr>
          <p:cNvPr id="11" name="关系_5">
            <a:extLst>
              <a:ext uri="{FF2B5EF4-FFF2-40B4-BE49-F238E27FC236}">
                <a16:creationId xmlns:a16="http://schemas.microsoft.com/office/drawing/2014/main" id="{C683C8F1-440A-46DC-94B5-73F5AC5F54E1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5143500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12" name="第四版文本_6">
            <a:extLst>
              <a:ext uri="{FF2B5EF4-FFF2-40B4-BE49-F238E27FC236}">
                <a16:creationId xmlns:a16="http://schemas.microsoft.com/office/drawing/2014/main" id="{DE233E23-751B-4598-A626-77F37E338A07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今年 3.0 · 资源库与节目方案</a:t>
            </a:r>
          </a:p>
        </p:txBody>
      </p:sp>
      <p:sp>
        <p:nvSpPr>
          <p:cNvPr id="13" name="第四版文本_7">
            <a:extLst>
              <a:ext uri="{FF2B5EF4-FFF2-40B4-BE49-F238E27FC236}">
                <a16:creationId xmlns:a16="http://schemas.microsoft.com/office/drawing/2014/main" id="{6689BA72-A584-4419-AE00-7C08FFE47A94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26 个花名，含扇形</a:t>
            </a:r>
          </a:p>
        </p:txBody>
      </p:sp>
      <p:sp>
        <p:nvSpPr>
          <p:cNvPr id="14" name="第四版文本_8">
            <a:extLst>
              <a:ext uri="{FF2B5EF4-FFF2-40B4-BE49-F238E27FC236}">
                <a16:creationId xmlns:a16="http://schemas.microsoft.com/office/drawing/2014/main" id="{0F597F7F-18BC-42DB-AE19-CCD2A3A527A2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6 档尾缀，PC 与手游两套</a:t>
            </a:r>
          </a:p>
          <a:p>
            <a:pPr algn="l">
              <a:lnSpc>
                <a:spcPct val="116000"/>
              </a:lnSpc>
              <a:buNone/>
              <a:def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当前节目设计约 220 秒</a:t>
            </a:r>
          </a:p>
        </p:txBody>
      </p:sp>
      <p:sp>
        <p:nvSpPr>
          <p:cNvPr id="15" name="第四版文本_9">
            <a:extLst>
              <a:ext uri="{FF2B5EF4-FFF2-40B4-BE49-F238E27FC236}">
                <a16:creationId xmlns:a16="http://schemas.microsoft.com/office/drawing/2014/main" id="{4BDE7462-63EE-4A41-AC4F-E4A4191A7D68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内容扩展同时增加效果变体、交付规格和编排组合。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制作与挑战 · 规范化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批量交付：出图与接入需要保持一致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关系_10">
            <a:extLst>
              <a:ext uri="{FF2B5EF4-FFF2-40B4-BE49-F238E27FC236}">
                <a16:creationId xmlns:a16="http://schemas.microsoft.com/office/drawing/2014/main" id="{5450A042-56A5-43FA-B05C-D3E3D9956B38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2019300" cy="533400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7" name="第四版文本_11">
            <a:extLst>
              <a:ext uri="{FF2B5EF4-FFF2-40B4-BE49-F238E27FC236}">
                <a16:creationId xmlns:a16="http://schemas.microsoft.com/office/drawing/2014/main" id="{A73238E1-A8EB-4389-9DBC-A4EC6E7B60BC}"/>
              </a:ext>
            </a:extLst>
          </p:cNvPr>
          <p:cNvSpPr>
            <a:spLocks noGrp="1"/>
          </p:cNvSpPr>
          <p:nvPr/>
        </p:nvSpPr>
        <p:spPr>
          <a:xfrm>
            <a:off x="685800" y="153352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效果修订</a:t>
            </a:r>
          </a:p>
        </p:txBody>
      </p:sp>
      <p:sp>
        <p:nvSpPr>
          <p:cNvPr id="8" name="第四版文本_12">
            <a:extLst>
              <a:ext uri="{FF2B5EF4-FFF2-40B4-BE49-F238E27FC236}">
                <a16:creationId xmlns:a16="http://schemas.microsoft.com/office/drawing/2014/main" id="{ED2666FD-40B9-498F-A6D9-AB3FAF3B5F83}"/>
              </a:ext>
            </a:extLst>
          </p:cNvPr>
          <p:cNvSpPr>
            <a:spLocks noGrp="1"/>
          </p:cNvSpPr>
          <p:nvPr/>
        </p:nvSpPr>
        <p:spPr>
          <a:xfrm>
            <a:off x="2638425" y="15240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关系_13">
            <a:extLst>
              <a:ext uri="{FF2B5EF4-FFF2-40B4-BE49-F238E27FC236}">
                <a16:creationId xmlns:a16="http://schemas.microsoft.com/office/drawing/2014/main" id="{FF1C59A9-8737-4131-B8CF-F585ACF61535}"/>
              </a:ext>
            </a:extLst>
          </p:cNvPr>
          <p:cNvSpPr>
            <a:spLocks noGrp="1"/>
          </p:cNvSpPr>
          <p:nvPr/>
        </p:nvSpPr>
        <p:spPr>
          <a:xfrm>
            <a:off x="2847975" y="1409700"/>
            <a:ext cx="2019300" cy="533400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0" name="第四版文本_14">
            <a:extLst>
              <a:ext uri="{FF2B5EF4-FFF2-40B4-BE49-F238E27FC236}">
                <a16:creationId xmlns:a16="http://schemas.microsoft.com/office/drawing/2014/main" id="{43E2BC9B-4E0A-4AB1-9D63-C4BF105E6974}"/>
              </a:ext>
            </a:extLst>
          </p:cNvPr>
          <p:cNvSpPr>
            <a:spLocks noGrp="1"/>
          </p:cNvSpPr>
          <p:nvPr/>
        </p:nvSpPr>
        <p:spPr>
          <a:xfrm>
            <a:off x="2924175" y="153352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取景与采样</a:t>
            </a:r>
          </a:p>
        </p:txBody>
      </p:sp>
      <p:sp>
        <p:nvSpPr>
          <p:cNvPr id="11" name="第四版文本_15">
            <a:extLst>
              <a:ext uri="{FF2B5EF4-FFF2-40B4-BE49-F238E27FC236}">
                <a16:creationId xmlns:a16="http://schemas.microsoft.com/office/drawing/2014/main" id="{6D274CC2-2A89-4C8F-B771-EFDCC24E3A07}"/>
              </a:ext>
            </a:extLst>
          </p:cNvPr>
          <p:cNvSpPr>
            <a:spLocks noGrp="1"/>
          </p:cNvSpPr>
          <p:nvPr/>
        </p:nvSpPr>
        <p:spPr>
          <a:xfrm>
            <a:off x="4876800" y="15240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关系_16">
            <a:extLst>
              <a:ext uri="{FF2B5EF4-FFF2-40B4-BE49-F238E27FC236}">
                <a16:creationId xmlns:a16="http://schemas.microsoft.com/office/drawing/2014/main" id="{2120B030-F6FC-49B7-A56F-222DD0B2F1AC}"/>
              </a:ext>
            </a:extLst>
          </p:cNvPr>
          <p:cNvSpPr>
            <a:spLocks noGrp="1"/>
          </p:cNvSpPr>
          <p:nvPr/>
        </p:nvSpPr>
        <p:spPr>
          <a:xfrm>
            <a:off x="5086350" y="1409700"/>
            <a:ext cx="2019300" cy="533400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3" name="第四版文本_17">
            <a:extLst>
              <a:ext uri="{FF2B5EF4-FFF2-40B4-BE49-F238E27FC236}">
                <a16:creationId xmlns:a16="http://schemas.microsoft.com/office/drawing/2014/main" id="{56DEF63B-0EE3-4E8F-94FC-02A5C8EEF81B}"/>
              </a:ext>
            </a:extLst>
          </p:cNvPr>
          <p:cNvSpPr>
            <a:spLocks noGrp="1"/>
          </p:cNvSpPr>
          <p:nvPr/>
        </p:nvSpPr>
        <p:spPr>
          <a:xfrm>
            <a:off x="5162550" y="153352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打包与双端输出</a:t>
            </a:r>
          </a:p>
        </p:txBody>
      </p:sp>
      <p:sp>
        <p:nvSpPr>
          <p:cNvPr id="14" name="第四版文本_18">
            <a:extLst>
              <a:ext uri="{FF2B5EF4-FFF2-40B4-BE49-F238E27FC236}">
                <a16:creationId xmlns:a16="http://schemas.microsoft.com/office/drawing/2014/main" id="{A085FF71-ADBC-48FD-A711-025133FC3F46}"/>
              </a:ext>
            </a:extLst>
          </p:cNvPr>
          <p:cNvSpPr>
            <a:spLocks noGrp="1"/>
          </p:cNvSpPr>
          <p:nvPr/>
        </p:nvSpPr>
        <p:spPr>
          <a:xfrm>
            <a:off x="7115175" y="15240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关系_19">
            <a:extLst>
              <a:ext uri="{FF2B5EF4-FFF2-40B4-BE49-F238E27FC236}">
                <a16:creationId xmlns:a16="http://schemas.microsoft.com/office/drawing/2014/main" id="{10BC525C-C852-441D-8B9F-948C23AC0709}"/>
              </a:ext>
            </a:extLst>
          </p:cNvPr>
          <p:cNvSpPr>
            <a:spLocks noGrp="1"/>
          </p:cNvSpPr>
          <p:nvPr/>
        </p:nvSpPr>
        <p:spPr>
          <a:xfrm>
            <a:off x="7324725" y="1409700"/>
            <a:ext cx="2019300" cy="533400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6" name="第四版文本_20">
            <a:extLst>
              <a:ext uri="{FF2B5EF4-FFF2-40B4-BE49-F238E27FC236}">
                <a16:creationId xmlns:a16="http://schemas.microsoft.com/office/drawing/2014/main" id="{3764FEDC-98F2-4EE0-A642-46B12C2DBC22}"/>
              </a:ext>
            </a:extLst>
          </p:cNvPr>
          <p:cNvSpPr>
            <a:spLocks noGrp="1"/>
          </p:cNvSpPr>
          <p:nvPr/>
        </p:nvSpPr>
        <p:spPr>
          <a:xfrm>
            <a:off x="7400925" y="153352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创建与绑定</a:t>
            </a:r>
          </a:p>
        </p:txBody>
      </p:sp>
      <p:sp>
        <p:nvSpPr>
          <p:cNvPr id="17" name="第四版文本_21">
            <a:extLst>
              <a:ext uri="{FF2B5EF4-FFF2-40B4-BE49-F238E27FC236}">
                <a16:creationId xmlns:a16="http://schemas.microsoft.com/office/drawing/2014/main" id="{545B4ECA-D13B-4E96-8D5B-DCBCB36E9A16}"/>
              </a:ext>
            </a:extLst>
          </p:cNvPr>
          <p:cNvSpPr>
            <a:spLocks noGrp="1"/>
          </p:cNvSpPr>
          <p:nvPr/>
        </p:nvSpPr>
        <p:spPr>
          <a:xfrm>
            <a:off x="9353550" y="1524000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关系_22">
            <a:extLst>
              <a:ext uri="{FF2B5EF4-FFF2-40B4-BE49-F238E27FC236}">
                <a16:creationId xmlns:a16="http://schemas.microsoft.com/office/drawing/2014/main" id="{65862845-F3FF-4E0F-9F34-E2A2424D02D6}"/>
              </a:ext>
            </a:extLst>
          </p:cNvPr>
          <p:cNvSpPr>
            <a:spLocks noGrp="1"/>
          </p:cNvSpPr>
          <p:nvPr/>
        </p:nvSpPr>
        <p:spPr>
          <a:xfrm>
            <a:off x="9563100" y="1409700"/>
            <a:ext cx="2019300" cy="533400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9" name="第四版文本_23">
            <a:extLst>
              <a:ext uri="{FF2B5EF4-FFF2-40B4-BE49-F238E27FC236}">
                <a16:creationId xmlns:a16="http://schemas.microsoft.com/office/drawing/2014/main" id="{FD53992E-5422-4636-A960-0F487CD66B4A}"/>
              </a:ext>
            </a:extLst>
          </p:cNvPr>
          <p:cNvSpPr>
            <a:spLocks noGrp="1"/>
          </p:cNvSpPr>
          <p:nvPr/>
        </p:nvSpPr>
        <p:spPr>
          <a:xfrm>
            <a:off x="9639300" y="1533525"/>
            <a:ext cx="1866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核对与试放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CFCCB2A-FE64-434C-B011-BC94F18C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76450" y="2276475"/>
            <a:ext cx="2876550" cy="2876550"/>
          </a:xfrm>
          <a:prstGeom prst="rect">
            <a:avLst/>
          </a:prstGeom>
        </p:spPr>
      </p:pic>
      <p:sp>
        <p:nvSpPr>
          <p:cNvPr id="21" name="第四版文本_24">
            <a:extLst>
              <a:ext uri="{FF2B5EF4-FFF2-40B4-BE49-F238E27FC236}">
                <a16:creationId xmlns:a16="http://schemas.microsoft.com/office/drawing/2014/main" id="{E8C265D8-311A-4E89-BBA4-BFAE81BD76C2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出图侧：取景、帧数、排格与配置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3A798A1-8149-4E35-B557-C56301066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91195" y="2276475"/>
            <a:ext cx="2867561" cy="2876550"/>
          </a:xfrm>
          <a:prstGeom prst="rect">
            <a:avLst/>
          </a:prstGeom>
        </p:spPr>
      </p:pic>
      <p:sp>
        <p:nvSpPr>
          <p:cNvPr id="23" name="第四版文本_25">
            <a:extLst>
              <a:ext uri="{FF2B5EF4-FFF2-40B4-BE49-F238E27FC236}">
                <a16:creationId xmlns:a16="http://schemas.microsoft.com/office/drawing/2014/main" id="{A0CEC24D-8F62-48B5-8DF4-4D34079879EA}"/>
              </a:ext>
            </a:extLst>
          </p:cNvPr>
          <p:cNvSpPr>
            <a:spLocks noGrp="1"/>
          </p:cNvSpPr>
          <p:nvPr/>
        </p:nvSpPr>
        <p:spPr>
          <a:xfrm>
            <a:off x="7067550" y="5200650"/>
            <a:ext cx="45148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接入侧：贴图、材质与发射器设置</a:t>
            </a:r>
          </a:p>
        </p:txBody>
      </p:sp>
      <p:sp>
        <p:nvSpPr>
          <p:cNvPr id="24" name="第四版文本_26">
            <a:extLst>
              <a:ext uri="{FF2B5EF4-FFF2-40B4-BE49-F238E27FC236}">
                <a16:creationId xmlns:a16="http://schemas.microsoft.com/office/drawing/2014/main" id="{C415FA29-D205-43A8-B762-657D28CF3D89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效果一改，裁切、序列和曲线都要同步更新。</a:t>
            </a:r>
          </a:p>
        </p:txBody>
      </p:sp>
      <p:sp>
        <p:nvSpPr>
          <p:cNvPr id="25" name="第四版文本_27">
            <a:extLst>
              <a:ext uri="{FF2B5EF4-FFF2-40B4-BE49-F238E27FC236}">
                <a16:creationId xmlns:a16="http://schemas.microsoft.com/office/drawing/2014/main" id="{F2FFF268-DD58-496E-8B71-E5A4B23F5F58}"/>
              </a:ext>
            </a:extLst>
          </p:cNvPr>
          <p:cNvSpPr>
            <a:spLocks noGrp="1"/>
          </p:cNvSpPr>
          <p:nvPr/>
        </p:nvSpPr>
        <p:spPr>
          <a:xfrm>
            <a:off x="7067550" y="5562600"/>
            <a:ext cx="45148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逐项合入容易遗漏，</a:t>
            </a:r>
          </a:p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平台差异需要重复检查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21A96179-1264-4438-A2F6-AC3E04BC2D9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01 · 制作与挑战 · 编排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3AFB603-90F6-4E48-AFFC-DFC9B855AFE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节目编排：手工轨道难以反复匹配音乐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3E5157F3-4BA6-4D20-97AC-7DB39D44256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1062B0F1-ACD8-443A-B28D-1ABAF0D957F1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BB9174-5C00-4E19-9705-7778613C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58900"/>
            <a:ext cx="6400800" cy="469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16CFD0-87D5-4F1D-8971-31258166DDB3}"/>
              </a:ext>
            </a:extLst>
          </p:cNvPr>
          <p:cNvSpPr>
            <a:spLocks noGrp="1"/>
          </p:cNvSpPr>
          <p:nvPr/>
        </p:nvSpPr>
        <p:spPr>
          <a:xfrm>
            <a:off x="685800" y="5727700"/>
            <a:ext cx="1963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source_tag">
            <a:extLst>
              <a:ext uri="{FF2B5EF4-FFF2-40B4-BE49-F238E27FC236}">
                <a16:creationId xmlns:a16="http://schemas.microsoft.com/office/drawing/2014/main" id="{8803E2F9-D2D6-4809-84B5-92F7948AE230}"/>
              </a:ext>
            </a:extLst>
          </p:cNvPr>
          <p:cNvSpPr>
            <a:spLocks noGrp="1"/>
          </p:cNvSpPr>
          <p:nvPr/>
        </p:nvSpPr>
        <p:spPr>
          <a:xfrm>
            <a:off x="685800" y="5727700"/>
            <a:ext cx="196342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编辑器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旧方案定序器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5EF05-CE91-4413-A5B9-694B999B7DCE}"/>
              </a:ext>
            </a:extLst>
          </p:cNvPr>
          <p:cNvSpPr>
            <a:spLocks noGrp="1"/>
          </p:cNvSpPr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去年 · 手工定序器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8836C-D1CE-4DD4-B7E1-AFA8E8AEC55D}"/>
              </a:ext>
            </a:extLst>
          </p:cNvPr>
          <p:cNvSpPr>
            <a:spLocks noGrp="1"/>
          </p:cNvSpPr>
          <p:nvPr/>
        </p:nvSpPr>
        <p:spPr>
          <a:xfrm>
            <a:off x="7315200" y="1600200"/>
            <a:ext cx="42672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4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4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4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4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4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4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4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4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4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5880"/>
              </a:lnSpc>
              <a:buNone/>
              <a:defRPr sz="2400"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2726 条绑定轨道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0A97EC-E122-438C-B71E-CFD8358FE16A}"/>
              </a:ext>
            </a:extLst>
          </p:cNvPr>
          <p:cNvSpPr>
            <a:spLocks noGrp="1"/>
          </p:cNvSpPr>
          <p:nvPr/>
        </p:nvSpPr>
        <p:spPr>
          <a:xfrm>
            <a:off x="7315200" y="2438400"/>
            <a:ext cx="42672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725"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2080"/>
              </a:lnSpc>
              <a:buNone/>
              <a:defRPr sz="1725"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12 个子序列的历史合计</a:t>
            </a:r>
          </a:p>
          <a:p>
            <a:pPr algn="l">
              <a:lnSpc>
                <a:spcPts val="2080"/>
              </a:lnSpc>
              <a:buNone/>
              <a:defRPr sz="1725"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音乐与节奏变化牵动大量轨道</a:t>
            </a:r>
          </a:p>
          <a:p>
            <a:pPr algn="l">
              <a:lnSpc>
                <a:spcPts val="2080"/>
              </a:lnSpc>
              <a:buNone/>
              <a:defRPr sz="1725"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人工调整与资源管理成本较高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48632-1913-43E7-A7B1-95369458346A}"/>
              </a:ext>
            </a:extLst>
          </p:cNvPr>
          <p:cNvSpPr>
            <a:spLocks noGrp="1"/>
          </p:cNvSpPr>
          <p:nvPr/>
        </p:nvSpPr>
        <p:spPr>
          <a:xfrm>
            <a:off x="7315200" y="33020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67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旧工程只读统计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201BFE-C64F-4A1F-9025-D31170C1ADA3}"/>
              </a:ext>
            </a:extLst>
          </p:cNvPr>
          <p:cNvSpPr>
            <a:spLocks noGrp="1"/>
          </p:cNvSpPr>
          <p:nvPr/>
        </p:nvSpPr>
        <p:spPr>
          <a:xfrm>
            <a:off x="7315200" y="36703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215CE-6B19-4D5A-A3DC-DFD667A6167F}"/>
              </a:ext>
            </a:extLst>
          </p:cNvPr>
          <p:cNvSpPr>
            <a:spLocks noGrp="1"/>
          </p:cNvSpPr>
          <p:nvPr/>
        </p:nvSpPr>
        <p:spPr>
          <a:xfrm>
            <a:off x="7315200" y="38354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今年 · 更大的演出目标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969F62-71FD-4399-999E-87FE59C05E10}"/>
              </a:ext>
            </a:extLst>
          </p:cNvPr>
          <p:cNvSpPr>
            <a:spLocks noGrp="1"/>
          </p:cNvSpPr>
          <p:nvPr/>
        </p:nvSpPr>
        <p:spPr>
          <a:xfrm>
            <a:off x="7315200" y="4076700"/>
            <a:ext cx="42672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775">
                <a:latin typeface="微软雅黑"/>
                <a:ea typeface="微软雅黑"/>
                <a:cs typeface="微软雅黑"/>
              </a:defRPr>
            </a:defPPr>
            <a:lvl1pPr>
              <a:buNone/>
              <a:defRPr sz="2775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775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775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775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775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775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775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775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775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5880"/>
              </a:lnSpc>
              <a:buNone/>
              <a:defRPr sz="2775">
                <a:latin typeface="微软雅黑"/>
                <a:ea typeface="微软雅黑"/>
                <a:cs typeface="微软雅黑"/>
              </a:defRPr>
            </a:pPr>
            <a:r>
              <a:rPr sz="27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约 220 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3D7B52-6EC6-4F70-AAD1-7CB080451630}"/>
              </a:ext>
            </a:extLst>
          </p:cNvPr>
          <p:cNvSpPr>
            <a:spLocks noGrp="1"/>
          </p:cNvSpPr>
          <p:nvPr/>
        </p:nvSpPr>
        <p:spPr>
          <a:xfrm>
            <a:off x="7315200" y="4914900"/>
            <a:ext cx="42672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725">
                <a:latin typeface="微软雅黑"/>
                <a:ea typeface="微软雅黑"/>
                <a:cs typeface="微软雅黑"/>
              </a:defRPr>
            </a:defPPr>
            <a:lvl1pPr>
              <a:buNone/>
              <a:defRPr sz="1725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725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725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725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725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725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725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725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725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2080"/>
              </a:lnSpc>
              <a:buNone/>
              <a:defRPr sz="1725"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24 个设计点位，支持双平台</a:t>
            </a:r>
          </a:p>
          <a:p>
            <a:pPr algn="l">
              <a:lnSpc>
                <a:spcPts val="2080"/>
              </a:lnSpc>
              <a:buNone/>
              <a:defRPr sz="1725"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新导演蓝图仍需准确的节目数据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3C23F-0D57-44A6-AF59-408AC088A510}"/>
              </a:ext>
            </a:extLst>
          </p:cNvPr>
          <p:cNvSpPr>
            <a:spLocks noGrp="1"/>
          </p:cNvSpPr>
          <p:nvPr/>
        </p:nvSpPr>
        <p:spPr>
          <a:xfrm>
            <a:off x="7315200" y="5524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679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转向程序化、可视化编排</a:t>
            </a:r>
          </a:p>
        </p:txBody>
      </p:sp>
    </p:spTree>
    <p:extLst>
      <p:ext uri="{BB962C8B-B14F-4D97-AF65-F5344CB8AC3E}">
        <p14:creationId xmlns:p14="http://schemas.microsoft.com/office/powerpoint/2010/main" val="16951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制作规模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烟花烘焙器：模板复用与可视化调参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9F1007-4BB5-4209-B238-39453245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82334"/>
            <a:ext cx="5067300" cy="3502833"/>
          </a:xfrm>
          <a:prstGeom prst="rect">
            <a:avLst/>
          </a:prstGeom>
        </p:spPr>
      </p:pic>
      <p:sp>
        <p:nvSpPr>
          <p:cNvPr id="7" name="第四版文本_28">
            <a:extLst>
              <a:ext uri="{FF2B5EF4-FFF2-40B4-BE49-F238E27FC236}">
                <a16:creationId xmlns:a16="http://schemas.microsoft.com/office/drawing/2014/main" id="{DE6FC86A-F436-476D-8B00-3B3877F43F83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5067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烘焙器多层模板 · 历史回归局部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B36294-7257-41EC-B965-3FEABB815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15138" y="1504950"/>
            <a:ext cx="1724025" cy="1724025"/>
          </a:xfrm>
          <a:prstGeom prst="rect">
            <a:avLst/>
          </a:prstGeom>
        </p:spPr>
      </p:pic>
      <p:sp>
        <p:nvSpPr>
          <p:cNvPr id="9" name="第四版文本_29">
            <a:extLst>
              <a:ext uri="{FF2B5EF4-FFF2-40B4-BE49-F238E27FC236}">
                <a16:creationId xmlns:a16="http://schemas.microsoft.com/office/drawing/2014/main" id="{A14090EA-5C53-4D64-872D-9EEEFC020BE3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金锦菊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BC30A4-833A-46F4-B85B-52E436DA8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63088" y="1504950"/>
            <a:ext cx="1724025" cy="1724025"/>
          </a:xfrm>
          <a:prstGeom prst="rect">
            <a:avLst/>
          </a:prstGeom>
        </p:spPr>
      </p:pic>
      <p:sp>
        <p:nvSpPr>
          <p:cNvPr id="11" name="第四版文本_30">
            <a:extLst>
              <a:ext uri="{FF2B5EF4-FFF2-40B4-BE49-F238E27FC236}">
                <a16:creationId xmlns:a16="http://schemas.microsoft.com/office/drawing/2014/main" id="{D7A0A195-AA67-4347-B209-64CCA0FAF195}"/>
              </a:ext>
            </a:extLst>
          </p:cNvPr>
          <p:cNvSpPr>
            <a:spLocks noGrp="1"/>
          </p:cNvSpPr>
          <p:nvPr/>
        </p:nvSpPr>
        <p:spPr>
          <a:xfrm>
            <a:off x="9086850" y="323850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金蕊柠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AD1AB8B-2EF3-4BCF-A3A0-D6F345DA7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15138" y="3609975"/>
            <a:ext cx="1724025" cy="1724025"/>
          </a:xfrm>
          <a:prstGeom prst="rect">
            <a:avLst/>
          </a:prstGeom>
        </p:spPr>
      </p:pic>
      <p:sp>
        <p:nvSpPr>
          <p:cNvPr id="13" name="第四版文本_31">
            <a:extLst>
              <a:ext uri="{FF2B5EF4-FFF2-40B4-BE49-F238E27FC236}">
                <a16:creationId xmlns:a16="http://schemas.microsoft.com/office/drawing/2014/main" id="{C1F39843-DB1B-4FD2-9F58-34052386CDDA}"/>
              </a:ext>
            </a:extLst>
          </p:cNvPr>
          <p:cNvSpPr>
            <a:spLocks noGrp="1"/>
          </p:cNvSpPr>
          <p:nvPr/>
        </p:nvSpPr>
        <p:spPr>
          <a:xfrm>
            <a:off x="6438900" y="534352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小青柠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EB25F82-4982-4510-93BD-270A8977AF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463088" y="3609975"/>
            <a:ext cx="1724025" cy="1724025"/>
          </a:xfrm>
          <a:prstGeom prst="rect">
            <a:avLst/>
          </a:prstGeom>
        </p:spPr>
      </p:pic>
      <p:sp>
        <p:nvSpPr>
          <p:cNvPr id="15" name="第四版文本_32">
            <a:extLst>
              <a:ext uri="{FF2B5EF4-FFF2-40B4-BE49-F238E27FC236}">
                <a16:creationId xmlns:a16="http://schemas.microsoft.com/office/drawing/2014/main" id="{D84FCD39-D0EA-44D5-9748-C101C29FB499}"/>
              </a:ext>
            </a:extLst>
          </p:cNvPr>
          <p:cNvSpPr>
            <a:spLocks noGrp="1"/>
          </p:cNvSpPr>
          <p:nvPr/>
        </p:nvSpPr>
        <p:spPr>
          <a:xfrm>
            <a:off x="9086850" y="534352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爆裂星</a:t>
            </a:r>
          </a:p>
        </p:txBody>
      </p:sp>
      <p:sp>
        <p:nvSpPr>
          <p:cNvPr id="16" name="第四版文本_33">
            <a:extLst>
              <a:ext uri="{FF2B5EF4-FFF2-40B4-BE49-F238E27FC236}">
                <a16:creationId xmlns:a16="http://schemas.microsoft.com/office/drawing/2014/main" id="{91B1A20A-76B0-4D40-B449-1A9F57BD33B8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50673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模板提供结构起点，</a:t>
            </a:r>
          </a:p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按参考调整运动、层次与颜色。</a:t>
            </a:r>
          </a:p>
        </p:txBody>
      </p:sp>
      <p:sp>
        <p:nvSpPr>
          <p:cNvPr id="17" name="第四版文本_34">
            <a:extLst>
              <a:ext uri="{FF2B5EF4-FFF2-40B4-BE49-F238E27FC236}">
                <a16:creationId xmlns:a16="http://schemas.microsoft.com/office/drawing/2014/main" id="{566F29B9-9AA7-4231-99AA-B20B9C4E83C7}"/>
              </a:ext>
            </a:extLst>
          </p:cNvPr>
          <p:cNvSpPr>
            <a:spLocks noGrp="1"/>
          </p:cNvSpPr>
          <p:nvPr/>
        </p:nvSpPr>
        <p:spPr>
          <a:xfrm>
            <a:off x="6438900" y="5848350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既有 UE 试放 · 调整后的效果实例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输出规范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导出流程：取景、采样与素材包统一生成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5D7C2B-4311-4E82-98C1-4EA2B74FB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4567" y="1438275"/>
            <a:ext cx="6449017" cy="4000500"/>
          </a:xfrm>
          <a:prstGeom prst="rect">
            <a:avLst/>
          </a:prstGeom>
        </p:spPr>
      </p:pic>
      <p:sp>
        <p:nvSpPr>
          <p:cNvPr id="7" name="第四版文本_35">
            <a:extLst>
              <a:ext uri="{FF2B5EF4-FFF2-40B4-BE49-F238E27FC236}">
                <a16:creationId xmlns:a16="http://schemas.microsoft.com/office/drawing/2014/main" id="{26754354-D39F-49BA-919B-62ADE1BBFD7D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6838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烘焙器回放诊断：当前帧、整张序列与帧号曲线</a:t>
            </a:r>
          </a:p>
        </p:txBody>
      </p:sp>
      <p:sp>
        <p:nvSpPr>
          <p:cNvPr id="8" name="第四版文本_36">
            <a:extLst>
              <a:ext uri="{FF2B5EF4-FFF2-40B4-BE49-F238E27FC236}">
                <a16:creationId xmlns:a16="http://schemas.microsoft.com/office/drawing/2014/main" id="{41D9C30C-892F-4B78-A6B1-0175121A3C07}"/>
              </a:ext>
            </a:extLst>
          </p:cNvPr>
          <p:cNvSpPr>
            <a:spLocks noGrp="1"/>
          </p:cNvSpPr>
          <p:nvPr/>
        </p:nvSpPr>
        <p:spPr>
          <a:xfrm>
            <a:off x="7953375" y="1438275"/>
            <a:ext cx="36290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第四版文本_37">
            <a:extLst>
              <a:ext uri="{FF2B5EF4-FFF2-40B4-BE49-F238E27FC236}">
                <a16:creationId xmlns:a16="http://schemas.microsoft.com/office/drawing/2014/main" id="{F41D1653-9F70-4550-B810-650B6626F8E1}"/>
              </a:ext>
            </a:extLst>
          </p:cNvPr>
          <p:cNvSpPr>
            <a:spLocks noGrp="1"/>
          </p:cNvSpPr>
          <p:nvPr/>
        </p:nvSpPr>
        <p:spPr>
          <a:xfrm>
            <a:off x="7953375" y="1762125"/>
            <a:ext cx="3629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按形态选择取景</a:t>
            </a:r>
          </a:p>
        </p:txBody>
      </p:sp>
      <p:sp>
        <p:nvSpPr>
          <p:cNvPr id="10" name="第四版文本_38">
            <a:extLst>
              <a:ext uri="{FF2B5EF4-FFF2-40B4-BE49-F238E27FC236}">
                <a16:creationId xmlns:a16="http://schemas.microsoft.com/office/drawing/2014/main" id="{A8BD5844-B8DC-4AF4-8C05-4BB01DFECF84}"/>
              </a:ext>
            </a:extLst>
          </p:cNvPr>
          <p:cNvSpPr>
            <a:spLocks noGrp="1"/>
          </p:cNvSpPr>
          <p:nvPr/>
        </p:nvSpPr>
        <p:spPr>
          <a:xfrm>
            <a:off x="7953375" y="2238375"/>
            <a:ext cx="36290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固定框、随开花放大或锚点取景</a:t>
            </a:r>
          </a:p>
        </p:txBody>
      </p:sp>
      <p:sp>
        <p:nvSpPr>
          <p:cNvPr id="11" name="第四版文本_39">
            <a:extLst>
              <a:ext uri="{FF2B5EF4-FFF2-40B4-BE49-F238E27FC236}">
                <a16:creationId xmlns:a16="http://schemas.microsoft.com/office/drawing/2014/main" id="{8AD33286-7120-4C51-93C4-F477DD65A8FD}"/>
              </a:ext>
            </a:extLst>
          </p:cNvPr>
          <p:cNvSpPr>
            <a:spLocks noGrp="1"/>
          </p:cNvSpPr>
          <p:nvPr/>
        </p:nvSpPr>
        <p:spPr>
          <a:xfrm>
            <a:off x="7953375" y="3048000"/>
            <a:ext cx="36290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第四版文本_40">
            <a:extLst>
              <a:ext uri="{FF2B5EF4-FFF2-40B4-BE49-F238E27FC236}">
                <a16:creationId xmlns:a16="http://schemas.microsoft.com/office/drawing/2014/main" id="{EFC2E56F-B5DB-4E2F-9147-DB31AB1C085C}"/>
              </a:ext>
            </a:extLst>
          </p:cNvPr>
          <p:cNvSpPr>
            <a:spLocks noGrp="1"/>
          </p:cNvSpPr>
          <p:nvPr/>
        </p:nvSpPr>
        <p:spPr>
          <a:xfrm>
            <a:off x="7953375" y="3371850"/>
            <a:ext cx="3629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按运动分配帧数</a:t>
            </a:r>
          </a:p>
        </p:txBody>
      </p:sp>
      <p:sp>
        <p:nvSpPr>
          <p:cNvPr id="13" name="第四版文本_41">
            <a:extLst>
              <a:ext uri="{FF2B5EF4-FFF2-40B4-BE49-F238E27FC236}">
                <a16:creationId xmlns:a16="http://schemas.microsoft.com/office/drawing/2014/main" id="{A81AC98B-1C1C-4B17-87AD-7BAB9A039BB1}"/>
              </a:ext>
            </a:extLst>
          </p:cNvPr>
          <p:cNvSpPr>
            <a:spLocks noGrp="1"/>
          </p:cNvSpPr>
          <p:nvPr/>
        </p:nvSpPr>
        <p:spPr>
          <a:xfrm>
            <a:off x="7953375" y="3848100"/>
            <a:ext cx="36290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格子随形状，快速阶段保留更多帧</a:t>
            </a:r>
          </a:p>
        </p:txBody>
      </p:sp>
      <p:sp>
        <p:nvSpPr>
          <p:cNvPr id="14" name="第四版文本_42">
            <a:extLst>
              <a:ext uri="{FF2B5EF4-FFF2-40B4-BE49-F238E27FC236}">
                <a16:creationId xmlns:a16="http://schemas.microsoft.com/office/drawing/2014/main" id="{696D8855-323A-45CB-8CF3-D5F3EA610B79}"/>
              </a:ext>
            </a:extLst>
          </p:cNvPr>
          <p:cNvSpPr>
            <a:spLocks noGrp="1"/>
          </p:cNvSpPr>
          <p:nvPr/>
        </p:nvSpPr>
        <p:spPr>
          <a:xfrm>
            <a:off x="7953375" y="4657725"/>
            <a:ext cx="36290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第四版文本_43">
            <a:extLst>
              <a:ext uri="{FF2B5EF4-FFF2-40B4-BE49-F238E27FC236}">
                <a16:creationId xmlns:a16="http://schemas.microsoft.com/office/drawing/2014/main" id="{01EFE49F-BFF2-4048-8D6F-23AF80C5748D}"/>
              </a:ext>
            </a:extLst>
          </p:cNvPr>
          <p:cNvSpPr>
            <a:spLocks noGrp="1"/>
          </p:cNvSpPr>
          <p:nvPr/>
        </p:nvSpPr>
        <p:spPr>
          <a:xfrm>
            <a:off x="7953375" y="4981575"/>
            <a:ext cx="3629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双平台生成并回放</a:t>
            </a:r>
          </a:p>
        </p:txBody>
      </p:sp>
      <p:sp>
        <p:nvSpPr>
          <p:cNvPr id="16" name="第四版文本_44">
            <a:extLst>
              <a:ext uri="{FF2B5EF4-FFF2-40B4-BE49-F238E27FC236}">
                <a16:creationId xmlns:a16="http://schemas.microsoft.com/office/drawing/2014/main" id="{54C51523-E735-4549-B052-DF0945B83DCE}"/>
              </a:ext>
            </a:extLst>
          </p:cNvPr>
          <p:cNvSpPr>
            <a:spLocks noGrp="1"/>
          </p:cNvSpPr>
          <p:nvPr/>
        </p:nvSpPr>
        <p:spPr>
          <a:xfrm>
            <a:off x="7953375" y="5457825"/>
            <a:ext cx="36290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主序列、Ramp、Cutout与配置同步</a:t>
            </a:r>
          </a:p>
        </p:txBody>
      </p:sp>
      <p:sp>
        <p:nvSpPr>
          <p:cNvPr id="17" name="关系_45">
            <a:extLst>
              <a:ext uri="{FF2B5EF4-FFF2-40B4-BE49-F238E27FC236}">
                <a16:creationId xmlns:a16="http://schemas.microsoft.com/office/drawing/2014/main" id="{53B9A4EA-BBFE-4584-BAD3-4E5D56B23548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545431" cy="4095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8" name="第四版文本_46">
            <a:extLst>
              <a:ext uri="{FF2B5EF4-FFF2-40B4-BE49-F238E27FC236}">
                <a16:creationId xmlns:a16="http://schemas.microsoft.com/office/drawing/2014/main" id="{00DD4A9A-C24D-46B6-8DD4-44CED97FE2AF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393031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取景与采样</a:t>
            </a:r>
          </a:p>
        </p:txBody>
      </p:sp>
      <p:sp>
        <p:nvSpPr>
          <p:cNvPr id="19" name="第四版文本_47">
            <a:extLst>
              <a:ext uri="{FF2B5EF4-FFF2-40B4-BE49-F238E27FC236}">
                <a16:creationId xmlns:a16="http://schemas.microsoft.com/office/drawing/2014/main" id="{3E6FA827-C705-4218-B712-3B22124C63A1}"/>
              </a:ext>
            </a:extLst>
          </p:cNvPr>
          <p:cNvSpPr>
            <a:spLocks noGrp="1"/>
          </p:cNvSpPr>
          <p:nvPr/>
        </p:nvSpPr>
        <p:spPr>
          <a:xfrm>
            <a:off x="2164556" y="591502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0" name="关系_48">
            <a:extLst>
              <a:ext uri="{FF2B5EF4-FFF2-40B4-BE49-F238E27FC236}">
                <a16:creationId xmlns:a16="http://schemas.microsoft.com/office/drawing/2014/main" id="{3084271C-67AB-4E59-8B2D-5C50700C28FC}"/>
              </a:ext>
            </a:extLst>
          </p:cNvPr>
          <p:cNvSpPr>
            <a:spLocks noGrp="1"/>
          </p:cNvSpPr>
          <p:nvPr/>
        </p:nvSpPr>
        <p:spPr>
          <a:xfrm>
            <a:off x="2374106" y="5800725"/>
            <a:ext cx="1545431" cy="4095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21" name="第四版文本_49">
            <a:extLst>
              <a:ext uri="{FF2B5EF4-FFF2-40B4-BE49-F238E27FC236}">
                <a16:creationId xmlns:a16="http://schemas.microsoft.com/office/drawing/2014/main" id="{5D14C736-463C-4D6A-9233-4229B86C8CF5}"/>
              </a:ext>
            </a:extLst>
          </p:cNvPr>
          <p:cNvSpPr>
            <a:spLocks noGrp="1"/>
          </p:cNvSpPr>
          <p:nvPr/>
        </p:nvSpPr>
        <p:spPr>
          <a:xfrm>
            <a:off x="2450306" y="5924550"/>
            <a:ext cx="1393031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序列与辅助图</a:t>
            </a:r>
          </a:p>
        </p:txBody>
      </p:sp>
      <p:sp>
        <p:nvSpPr>
          <p:cNvPr id="22" name="第四版文本_50">
            <a:extLst>
              <a:ext uri="{FF2B5EF4-FFF2-40B4-BE49-F238E27FC236}">
                <a16:creationId xmlns:a16="http://schemas.microsoft.com/office/drawing/2014/main" id="{3C2A68ED-8F85-48F5-A6FF-B917FB195187}"/>
              </a:ext>
            </a:extLst>
          </p:cNvPr>
          <p:cNvSpPr>
            <a:spLocks noGrp="1"/>
          </p:cNvSpPr>
          <p:nvPr/>
        </p:nvSpPr>
        <p:spPr>
          <a:xfrm>
            <a:off x="3929063" y="591502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3" name="关系_51">
            <a:extLst>
              <a:ext uri="{FF2B5EF4-FFF2-40B4-BE49-F238E27FC236}">
                <a16:creationId xmlns:a16="http://schemas.microsoft.com/office/drawing/2014/main" id="{3F29F577-3BF5-4257-8064-AB1E74EAFFC8}"/>
              </a:ext>
            </a:extLst>
          </p:cNvPr>
          <p:cNvSpPr>
            <a:spLocks noGrp="1"/>
          </p:cNvSpPr>
          <p:nvPr/>
        </p:nvSpPr>
        <p:spPr>
          <a:xfrm>
            <a:off x="4138613" y="5800725"/>
            <a:ext cx="1545431" cy="4095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24" name="第四版文本_52">
            <a:extLst>
              <a:ext uri="{FF2B5EF4-FFF2-40B4-BE49-F238E27FC236}">
                <a16:creationId xmlns:a16="http://schemas.microsoft.com/office/drawing/2014/main" id="{A7CA1B69-A59C-4BA2-909B-3726440950AA}"/>
              </a:ext>
            </a:extLst>
          </p:cNvPr>
          <p:cNvSpPr>
            <a:spLocks noGrp="1"/>
          </p:cNvSpPr>
          <p:nvPr/>
        </p:nvSpPr>
        <p:spPr>
          <a:xfrm>
            <a:off x="4214813" y="5924550"/>
            <a:ext cx="1393031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/ 手游配置</a:t>
            </a:r>
          </a:p>
        </p:txBody>
      </p:sp>
      <p:sp>
        <p:nvSpPr>
          <p:cNvPr id="25" name="第四版文本_53">
            <a:extLst>
              <a:ext uri="{FF2B5EF4-FFF2-40B4-BE49-F238E27FC236}">
                <a16:creationId xmlns:a16="http://schemas.microsoft.com/office/drawing/2014/main" id="{34A8CB74-E991-4762-BAA7-16422C464DA4}"/>
              </a:ext>
            </a:extLst>
          </p:cNvPr>
          <p:cNvSpPr>
            <a:spLocks noGrp="1"/>
          </p:cNvSpPr>
          <p:nvPr/>
        </p:nvSpPr>
        <p:spPr>
          <a:xfrm>
            <a:off x="5693569" y="591502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关系_54">
            <a:extLst>
              <a:ext uri="{FF2B5EF4-FFF2-40B4-BE49-F238E27FC236}">
                <a16:creationId xmlns:a16="http://schemas.microsoft.com/office/drawing/2014/main" id="{D4C7B044-52CB-4D1D-8DD3-C1F01D1EB6DC}"/>
              </a:ext>
            </a:extLst>
          </p:cNvPr>
          <p:cNvSpPr>
            <a:spLocks noGrp="1"/>
          </p:cNvSpPr>
          <p:nvPr/>
        </p:nvSpPr>
        <p:spPr>
          <a:xfrm>
            <a:off x="5903119" y="5800725"/>
            <a:ext cx="1545431" cy="4095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27" name="第四版文本_55">
            <a:extLst>
              <a:ext uri="{FF2B5EF4-FFF2-40B4-BE49-F238E27FC236}">
                <a16:creationId xmlns:a16="http://schemas.microsoft.com/office/drawing/2014/main" id="{9B50B20D-1957-4E4E-B966-3B13752062F8}"/>
              </a:ext>
            </a:extLst>
          </p:cNvPr>
          <p:cNvSpPr>
            <a:spLocks noGrp="1"/>
          </p:cNvSpPr>
          <p:nvPr/>
        </p:nvSpPr>
        <p:spPr>
          <a:xfrm>
            <a:off x="5979319" y="5924550"/>
            <a:ext cx="1393031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素材包与回放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接入规范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导入流程：先检查，再创建与读回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196C81-06E3-44F2-9B07-EBE380037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1040" y="1428750"/>
            <a:ext cx="7056120" cy="4410075"/>
          </a:xfrm>
          <a:prstGeom prst="rect">
            <a:avLst/>
          </a:prstGeom>
        </p:spPr>
      </p:pic>
      <p:sp>
        <p:nvSpPr>
          <p:cNvPr id="7" name="第四版文本_56">
            <a:extLst>
              <a:ext uri="{FF2B5EF4-FFF2-40B4-BE49-F238E27FC236}">
                <a16:creationId xmlns:a16="http://schemas.microsoft.com/office/drawing/2014/main" id="{2F74C562-E339-4EEB-B6F1-B7B99412B214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导入器流程测试界面</a:t>
            </a:r>
          </a:p>
        </p:txBody>
      </p:sp>
      <p:sp>
        <p:nvSpPr>
          <p:cNvPr id="8" name="第四版文本_57">
            <a:extLst>
              <a:ext uri="{FF2B5EF4-FFF2-40B4-BE49-F238E27FC236}">
                <a16:creationId xmlns:a16="http://schemas.microsoft.com/office/drawing/2014/main" id="{22149B3C-DC16-4A1B-B4D9-E8F093835290}"/>
              </a:ext>
            </a:extLst>
          </p:cNvPr>
          <p:cNvSpPr>
            <a:spLocks noGrp="1"/>
          </p:cNvSpPr>
          <p:nvPr/>
        </p:nvSpPr>
        <p:spPr>
          <a:xfrm>
            <a:off x="8305800" y="1495425"/>
            <a:ext cx="3276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第四版文本_58">
            <a:extLst>
              <a:ext uri="{FF2B5EF4-FFF2-40B4-BE49-F238E27FC236}">
                <a16:creationId xmlns:a16="http://schemas.microsoft.com/office/drawing/2014/main" id="{1CEB5430-6CC0-4097-A64D-610E2B58D277}"/>
              </a:ext>
            </a:extLst>
          </p:cNvPr>
          <p:cNvSpPr>
            <a:spLocks noGrp="1"/>
          </p:cNvSpPr>
          <p:nvPr/>
        </p:nvSpPr>
        <p:spPr>
          <a:xfrm>
            <a:off x="8305800" y="1819275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读包并核对</a:t>
            </a:r>
          </a:p>
        </p:txBody>
      </p:sp>
      <p:sp>
        <p:nvSpPr>
          <p:cNvPr id="10" name="第四版文本_59">
            <a:extLst>
              <a:ext uri="{FF2B5EF4-FFF2-40B4-BE49-F238E27FC236}">
                <a16:creationId xmlns:a16="http://schemas.microsoft.com/office/drawing/2014/main" id="{D0655B44-1C2D-454C-BE84-F0789E41C881}"/>
              </a:ext>
            </a:extLst>
          </p:cNvPr>
          <p:cNvSpPr>
            <a:spLocks noGrp="1"/>
          </p:cNvSpPr>
          <p:nvPr/>
        </p:nvSpPr>
        <p:spPr>
          <a:xfrm>
            <a:off x="8305800" y="2295525"/>
            <a:ext cx="3276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识别资源、命名、配置和平台差异</a:t>
            </a:r>
          </a:p>
        </p:txBody>
      </p:sp>
      <p:sp>
        <p:nvSpPr>
          <p:cNvPr id="11" name="第四版文本_60">
            <a:extLst>
              <a:ext uri="{FF2B5EF4-FFF2-40B4-BE49-F238E27FC236}">
                <a16:creationId xmlns:a16="http://schemas.microsoft.com/office/drawing/2014/main" id="{2D33C9D0-1132-4103-8D1A-A215AC176E55}"/>
              </a:ext>
            </a:extLst>
          </p:cNvPr>
          <p:cNvSpPr>
            <a:spLocks noGrp="1"/>
          </p:cNvSpPr>
          <p:nvPr/>
        </p:nvSpPr>
        <p:spPr>
          <a:xfrm>
            <a:off x="8305800" y="3048000"/>
            <a:ext cx="3276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第四版文本_61">
            <a:extLst>
              <a:ext uri="{FF2B5EF4-FFF2-40B4-BE49-F238E27FC236}">
                <a16:creationId xmlns:a16="http://schemas.microsoft.com/office/drawing/2014/main" id="{DDF90A4D-72A8-4519-AFCA-649BC8D2214B}"/>
              </a:ext>
            </a:extLst>
          </p:cNvPr>
          <p:cNvSpPr>
            <a:spLocks noGrp="1"/>
          </p:cNvSpPr>
          <p:nvPr/>
        </p:nvSpPr>
        <p:spPr>
          <a:xfrm>
            <a:off x="8305800" y="3371850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确认后写入</a:t>
            </a:r>
          </a:p>
        </p:txBody>
      </p:sp>
      <p:sp>
        <p:nvSpPr>
          <p:cNvPr id="13" name="第四版文本_62">
            <a:extLst>
              <a:ext uri="{FF2B5EF4-FFF2-40B4-BE49-F238E27FC236}">
                <a16:creationId xmlns:a16="http://schemas.microsoft.com/office/drawing/2014/main" id="{96DBCD90-8340-4A64-A0D7-6D33AA94C1DD}"/>
              </a:ext>
            </a:extLst>
          </p:cNvPr>
          <p:cNvSpPr>
            <a:spLocks noGrp="1"/>
          </p:cNvSpPr>
          <p:nvPr/>
        </p:nvSpPr>
        <p:spPr>
          <a:xfrm>
            <a:off x="8305800" y="3848100"/>
            <a:ext cx="3276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批量创建贴图、材质与发射器</a:t>
            </a:r>
          </a:p>
        </p:txBody>
      </p:sp>
      <p:sp>
        <p:nvSpPr>
          <p:cNvPr id="14" name="第四版文本_63">
            <a:extLst>
              <a:ext uri="{FF2B5EF4-FFF2-40B4-BE49-F238E27FC236}">
                <a16:creationId xmlns:a16="http://schemas.microsoft.com/office/drawing/2014/main" id="{8FDF6D1F-0AA7-45C3-91A1-F06580357E54}"/>
              </a:ext>
            </a:extLst>
          </p:cNvPr>
          <p:cNvSpPr>
            <a:spLocks noGrp="1"/>
          </p:cNvSpPr>
          <p:nvPr/>
        </p:nvSpPr>
        <p:spPr>
          <a:xfrm>
            <a:off x="8305800" y="4600575"/>
            <a:ext cx="3276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第四版文本_64">
            <a:extLst>
              <a:ext uri="{FF2B5EF4-FFF2-40B4-BE49-F238E27FC236}">
                <a16:creationId xmlns:a16="http://schemas.microsoft.com/office/drawing/2014/main" id="{0CD86043-2DE9-4939-8AD4-61E7638E6707}"/>
              </a:ext>
            </a:extLst>
          </p:cNvPr>
          <p:cNvSpPr>
            <a:spLocks noGrp="1"/>
          </p:cNvSpPr>
          <p:nvPr/>
        </p:nvSpPr>
        <p:spPr>
          <a:xfrm>
            <a:off x="8305800" y="4924425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读回并检查</a:t>
            </a:r>
          </a:p>
        </p:txBody>
      </p:sp>
      <p:sp>
        <p:nvSpPr>
          <p:cNvPr id="16" name="第四版文本_65">
            <a:extLst>
              <a:ext uri="{FF2B5EF4-FFF2-40B4-BE49-F238E27FC236}">
                <a16:creationId xmlns:a16="http://schemas.microsoft.com/office/drawing/2014/main" id="{757EDAFD-5624-4339-A4D7-E3BB329727D5}"/>
              </a:ext>
            </a:extLst>
          </p:cNvPr>
          <p:cNvSpPr>
            <a:spLocks noGrp="1"/>
          </p:cNvSpPr>
          <p:nvPr/>
        </p:nvSpPr>
        <p:spPr>
          <a:xfrm>
            <a:off x="8305800" y="5400675"/>
            <a:ext cx="32766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核对实际设置，继续UE试放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编排推演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舞台规格：点位、花径与高度统一标定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第四版文本_66">
            <a:extLst>
              <a:ext uri="{FF2B5EF4-FFF2-40B4-BE49-F238E27FC236}">
                <a16:creationId xmlns:a16="http://schemas.microsoft.com/office/drawing/2014/main" id="{3AA8665C-81F9-44F0-B014-3E8D328CE958}"/>
              </a:ext>
            </a:extLst>
          </p:cNvPr>
          <p:cNvSpPr>
            <a:spLocks noGrp="1"/>
          </p:cNvSpPr>
          <p:nvPr/>
        </p:nvSpPr>
        <p:spPr>
          <a:xfrm>
            <a:off x="609600" y="1400175"/>
            <a:ext cx="4438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舞台正面 · 设计尺度</a:t>
            </a:r>
          </a:p>
        </p:txBody>
      </p:sp>
      <p:sp>
        <p:nvSpPr>
          <p:cNvPr id="7" name="第四版文本_67">
            <a:extLst>
              <a:ext uri="{FF2B5EF4-FFF2-40B4-BE49-F238E27FC236}">
                <a16:creationId xmlns:a16="http://schemas.microsoft.com/office/drawing/2014/main" id="{FB58FBD4-4969-4382-81D6-4B4B71A70991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4438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宽 800 m，坝顶高 150 m</a:t>
            </a:r>
          </a:p>
        </p:txBody>
      </p:sp>
      <p:sp>
        <p:nvSpPr>
          <p:cNvPr id="8" name="关系_68">
            <a:extLst>
              <a:ext uri="{FF2B5EF4-FFF2-40B4-BE49-F238E27FC236}">
                <a16:creationId xmlns:a16="http://schemas.microsoft.com/office/drawing/2014/main" id="{E63A4FBC-00B7-4A5E-8C70-C654E1C29DCD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4057650" cy="952500"/>
          </a:xfrm>
          <a:prstGeom prst="rect">
            <a:avLst/>
          </a:prstGeom>
          <a:solidFill>
            <a:srgbClr val="202020"/>
          </a:solidFill>
          <a:ln w="9525">
            <a:solidFill>
              <a:srgbClr val="777777"/>
            </a:solidFill>
          </a:ln>
        </p:spPr>
      </p:sp>
      <p:sp>
        <p:nvSpPr>
          <p:cNvPr id="9" name="关系_69">
            <a:extLst>
              <a:ext uri="{FF2B5EF4-FFF2-40B4-BE49-F238E27FC236}">
                <a16:creationId xmlns:a16="http://schemas.microsoft.com/office/drawing/2014/main" id="{DBA0E37B-6ABE-41FF-8B52-3933A83BD7E3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0" name="关系_70">
            <a:extLst>
              <a:ext uri="{FF2B5EF4-FFF2-40B4-BE49-F238E27FC236}">
                <a16:creationId xmlns:a16="http://schemas.microsoft.com/office/drawing/2014/main" id="{DD66CE5B-2F39-4CDE-AC42-EA43133178C5}"/>
              </a:ext>
            </a:extLst>
          </p:cNvPr>
          <p:cNvSpPr>
            <a:spLocks noGrp="1"/>
          </p:cNvSpPr>
          <p:nvPr/>
        </p:nvSpPr>
        <p:spPr>
          <a:xfrm>
            <a:off x="1269206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1" name="关系_71">
            <a:extLst>
              <a:ext uri="{FF2B5EF4-FFF2-40B4-BE49-F238E27FC236}">
                <a16:creationId xmlns:a16="http://schemas.microsoft.com/office/drawing/2014/main" id="{8EABDCB5-394D-4CF6-A2F2-673050ECBF92}"/>
              </a:ext>
            </a:extLst>
          </p:cNvPr>
          <p:cNvSpPr>
            <a:spLocks noGrp="1"/>
          </p:cNvSpPr>
          <p:nvPr/>
        </p:nvSpPr>
        <p:spPr>
          <a:xfrm>
            <a:off x="1776413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2" name="关系_72">
            <a:extLst>
              <a:ext uri="{FF2B5EF4-FFF2-40B4-BE49-F238E27FC236}">
                <a16:creationId xmlns:a16="http://schemas.microsoft.com/office/drawing/2014/main" id="{318F7F78-79DC-4353-B968-A3BEBAAA0B70}"/>
              </a:ext>
            </a:extLst>
          </p:cNvPr>
          <p:cNvSpPr>
            <a:spLocks noGrp="1"/>
          </p:cNvSpPr>
          <p:nvPr/>
        </p:nvSpPr>
        <p:spPr>
          <a:xfrm>
            <a:off x="2283619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3" name="关系_73">
            <a:extLst>
              <a:ext uri="{FF2B5EF4-FFF2-40B4-BE49-F238E27FC236}">
                <a16:creationId xmlns:a16="http://schemas.microsoft.com/office/drawing/2014/main" id="{19869ECE-2097-42FB-B457-17956FD419F4}"/>
              </a:ext>
            </a:extLst>
          </p:cNvPr>
          <p:cNvSpPr>
            <a:spLocks noGrp="1"/>
          </p:cNvSpPr>
          <p:nvPr/>
        </p:nvSpPr>
        <p:spPr>
          <a:xfrm>
            <a:off x="2790825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4" name="关系_74">
            <a:extLst>
              <a:ext uri="{FF2B5EF4-FFF2-40B4-BE49-F238E27FC236}">
                <a16:creationId xmlns:a16="http://schemas.microsoft.com/office/drawing/2014/main" id="{6D08668A-7C90-4D77-8231-B3317E64B6FC}"/>
              </a:ext>
            </a:extLst>
          </p:cNvPr>
          <p:cNvSpPr>
            <a:spLocks noGrp="1"/>
          </p:cNvSpPr>
          <p:nvPr/>
        </p:nvSpPr>
        <p:spPr>
          <a:xfrm>
            <a:off x="3298031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5" name="关系_75">
            <a:extLst>
              <a:ext uri="{FF2B5EF4-FFF2-40B4-BE49-F238E27FC236}">
                <a16:creationId xmlns:a16="http://schemas.microsoft.com/office/drawing/2014/main" id="{18FECB23-729F-4155-A2B9-5A5159A6BF1C}"/>
              </a:ext>
            </a:extLst>
          </p:cNvPr>
          <p:cNvSpPr>
            <a:spLocks noGrp="1"/>
          </p:cNvSpPr>
          <p:nvPr/>
        </p:nvSpPr>
        <p:spPr>
          <a:xfrm>
            <a:off x="3805238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6" name="关系_76">
            <a:extLst>
              <a:ext uri="{FF2B5EF4-FFF2-40B4-BE49-F238E27FC236}">
                <a16:creationId xmlns:a16="http://schemas.microsoft.com/office/drawing/2014/main" id="{F32A6DEC-747E-4F7C-A697-D78DDF9D954E}"/>
              </a:ext>
            </a:extLst>
          </p:cNvPr>
          <p:cNvSpPr>
            <a:spLocks noGrp="1"/>
          </p:cNvSpPr>
          <p:nvPr/>
        </p:nvSpPr>
        <p:spPr>
          <a:xfrm>
            <a:off x="4312444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7" name="关系_77">
            <a:extLst>
              <a:ext uri="{FF2B5EF4-FFF2-40B4-BE49-F238E27FC236}">
                <a16:creationId xmlns:a16="http://schemas.microsoft.com/office/drawing/2014/main" id="{9A80E4C3-C252-427D-B2EF-8DB7F22402F6}"/>
              </a:ext>
            </a:extLst>
          </p:cNvPr>
          <p:cNvSpPr>
            <a:spLocks noGrp="1"/>
          </p:cNvSpPr>
          <p:nvPr/>
        </p:nvSpPr>
        <p:spPr>
          <a:xfrm>
            <a:off x="4819650" y="2990850"/>
            <a:ext cx="76200" cy="76200"/>
          </a:xfrm>
          <a:prstGeom prst="ellipse">
            <a:avLst/>
          </a:prstGeom>
          <a:solidFill>
            <a:srgbClr val="0FF796"/>
          </a:solidFill>
          <a:ln w="14288">
            <a:solidFill>
              <a:srgbClr val="0FF796"/>
            </a:solidFill>
          </a:ln>
        </p:spPr>
      </p:sp>
      <p:sp>
        <p:nvSpPr>
          <p:cNvPr id="18" name="关系_78">
            <a:extLst>
              <a:ext uri="{FF2B5EF4-FFF2-40B4-BE49-F238E27FC236}">
                <a16:creationId xmlns:a16="http://schemas.microsoft.com/office/drawing/2014/main" id="{76C45765-AE75-4AF9-B30A-D6FAA45B4112}"/>
              </a:ext>
            </a:extLst>
          </p:cNvPr>
          <p:cNvSpPr>
            <a:spLocks noGrp="1"/>
          </p:cNvSpPr>
          <p:nvPr/>
        </p:nvSpPr>
        <p:spPr>
          <a:xfrm>
            <a:off x="1019175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19" name="关系_79">
            <a:extLst>
              <a:ext uri="{FF2B5EF4-FFF2-40B4-BE49-F238E27FC236}">
                <a16:creationId xmlns:a16="http://schemas.microsoft.com/office/drawing/2014/main" id="{69B3FEFB-B84B-4336-B38F-8A9AD16E3E6A}"/>
              </a:ext>
            </a:extLst>
          </p:cNvPr>
          <p:cNvSpPr>
            <a:spLocks noGrp="1"/>
          </p:cNvSpPr>
          <p:nvPr/>
        </p:nvSpPr>
        <p:spPr>
          <a:xfrm>
            <a:off x="1526381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0" name="关系_80">
            <a:extLst>
              <a:ext uri="{FF2B5EF4-FFF2-40B4-BE49-F238E27FC236}">
                <a16:creationId xmlns:a16="http://schemas.microsoft.com/office/drawing/2014/main" id="{4B0459DD-AD1F-4EAA-B6A1-B7415873A972}"/>
              </a:ext>
            </a:extLst>
          </p:cNvPr>
          <p:cNvSpPr>
            <a:spLocks noGrp="1"/>
          </p:cNvSpPr>
          <p:nvPr/>
        </p:nvSpPr>
        <p:spPr>
          <a:xfrm>
            <a:off x="2033588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1" name="关系_81">
            <a:extLst>
              <a:ext uri="{FF2B5EF4-FFF2-40B4-BE49-F238E27FC236}">
                <a16:creationId xmlns:a16="http://schemas.microsoft.com/office/drawing/2014/main" id="{BDFAD317-71F5-4882-89B3-74F95D25FD8E}"/>
              </a:ext>
            </a:extLst>
          </p:cNvPr>
          <p:cNvSpPr>
            <a:spLocks noGrp="1"/>
          </p:cNvSpPr>
          <p:nvPr/>
        </p:nvSpPr>
        <p:spPr>
          <a:xfrm>
            <a:off x="2540794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2" name="关系_82">
            <a:extLst>
              <a:ext uri="{FF2B5EF4-FFF2-40B4-BE49-F238E27FC236}">
                <a16:creationId xmlns:a16="http://schemas.microsoft.com/office/drawing/2014/main" id="{52417E47-F30C-421C-B69C-37CAB109A724}"/>
              </a:ext>
            </a:extLst>
          </p:cNvPr>
          <p:cNvSpPr>
            <a:spLocks noGrp="1"/>
          </p:cNvSpPr>
          <p:nvPr/>
        </p:nvSpPr>
        <p:spPr>
          <a:xfrm>
            <a:off x="3048000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3" name="关系_83">
            <a:extLst>
              <a:ext uri="{FF2B5EF4-FFF2-40B4-BE49-F238E27FC236}">
                <a16:creationId xmlns:a16="http://schemas.microsoft.com/office/drawing/2014/main" id="{37107A64-77A5-4B8D-8E57-39B30F89B30F}"/>
              </a:ext>
            </a:extLst>
          </p:cNvPr>
          <p:cNvSpPr>
            <a:spLocks noGrp="1"/>
          </p:cNvSpPr>
          <p:nvPr/>
        </p:nvSpPr>
        <p:spPr>
          <a:xfrm>
            <a:off x="3555206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4" name="关系_84">
            <a:extLst>
              <a:ext uri="{FF2B5EF4-FFF2-40B4-BE49-F238E27FC236}">
                <a16:creationId xmlns:a16="http://schemas.microsoft.com/office/drawing/2014/main" id="{9593A145-14DC-45D2-8F1B-425CA5547AF8}"/>
              </a:ext>
            </a:extLst>
          </p:cNvPr>
          <p:cNvSpPr>
            <a:spLocks noGrp="1"/>
          </p:cNvSpPr>
          <p:nvPr/>
        </p:nvSpPr>
        <p:spPr>
          <a:xfrm>
            <a:off x="4062413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5" name="关系_85">
            <a:extLst>
              <a:ext uri="{FF2B5EF4-FFF2-40B4-BE49-F238E27FC236}">
                <a16:creationId xmlns:a16="http://schemas.microsoft.com/office/drawing/2014/main" id="{6F0D24C3-F9DA-408D-A4A0-C20CD14D4266}"/>
              </a:ext>
            </a:extLst>
          </p:cNvPr>
          <p:cNvSpPr>
            <a:spLocks noGrp="1"/>
          </p:cNvSpPr>
          <p:nvPr/>
        </p:nvSpPr>
        <p:spPr>
          <a:xfrm>
            <a:off x="4569619" y="3009900"/>
            <a:ext cx="47625" cy="47625"/>
          </a:xfrm>
          <a:prstGeom prst="ellipse">
            <a:avLst/>
          </a:prstGeom>
          <a:solidFill>
            <a:srgbClr val="F5F5F5">
              <a:alpha val="68000"/>
            </a:srgbClr>
          </a:solidFill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26" name="关系_86">
            <a:extLst>
              <a:ext uri="{FF2B5EF4-FFF2-40B4-BE49-F238E27FC236}">
                <a16:creationId xmlns:a16="http://schemas.microsoft.com/office/drawing/2014/main" id="{C538731C-762A-4F13-8E61-6F48641CC1A0}"/>
              </a:ext>
            </a:extLst>
          </p:cNvPr>
          <p:cNvSpPr>
            <a:spLocks noGrp="1"/>
          </p:cNvSpPr>
          <p:nvPr/>
        </p:nvSpPr>
        <p:spPr>
          <a:xfrm>
            <a:off x="20383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27" name="关系_87">
            <a:extLst>
              <a:ext uri="{FF2B5EF4-FFF2-40B4-BE49-F238E27FC236}">
                <a16:creationId xmlns:a16="http://schemas.microsoft.com/office/drawing/2014/main" id="{B11A460E-11F0-4AF2-8158-ECAE95D83182}"/>
              </a:ext>
            </a:extLst>
          </p:cNvPr>
          <p:cNvSpPr>
            <a:spLocks noGrp="1"/>
          </p:cNvSpPr>
          <p:nvPr/>
        </p:nvSpPr>
        <p:spPr>
          <a:xfrm>
            <a:off x="23050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28" name="关系_88">
            <a:extLst>
              <a:ext uri="{FF2B5EF4-FFF2-40B4-BE49-F238E27FC236}">
                <a16:creationId xmlns:a16="http://schemas.microsoft.com/office/drawing/2014/main" id="{310D22FD-092C-48DE-A935-DBDE095350E1}"/>
              </a:ext>
            </a:extLst>
          </p:cNvPr>
          <p:cNvSpPr>
            <a:spLocks noGrp="1"/>
          </p:cNvSpPr>
          <p:nvPr/>
        </p:nvSpPr>
        <p:spPr>
          <a:xfrm>
            <a:off x="25717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29" name="关系_89">
            <a:extLst>
              <a:ext uri="{FF2B5EF4-FFF2-40B4-BE49-F238E27FC236}">
                <a16:creationId xmlns:a16="http://schemas.microsoft.com/office/drawing/2014/main" id="{181DAB68-7542-4BD7-B08F-BA8710A1156F}"/>
              </a:ext>
            </a:extLst>
          </p:cNvPr>
          <p:cNvSpPr>
            <a:spLocks noGrp="1"/>
          </p:cNvSpPr>
          <p:nvPr/>
        </p:nvSpPr>
        <p:spPr>
          <a:xfrm>
            <a:off x="28384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30" name="关系_90">
            <a:extLst>
              <a:ext uri="{FF2B5EF4-FFF2-40B4-BE49-F238E27FC236}">
                <a16:creationId xmlns:a16="http://schemas.microsoft.com/office/drawing/2014/main" id="{A287E63B-CD11-463E-B20F-9951434CEB80}"/>
              </a:ext>
            </a:extLst>
          </p:cNvPr>
          <p:cNvSpPr>
            <a:spLocks noGrp="1"/>
          </p:cNvSpPr>
          <p:nvPr/>
        </p:nvSpPr>
        <p:spPr>
          <a:xfrm>
            <a:off x="31051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31" name="关系_91">
            <a:extLst>
              <a:ext uri="{FF2B5EF4-FFF2-40B4-BE49-F238E27FC236}">
                <a16:creationId xmlns:a16="http://schemas.microsoft.com/office/drawing/2014/main" id="{3550EB59-AEE7-45CD-8047-E19AF8B1FE4C}"/>
              </a:ext>
            </a:extLst>
          </p:cNvPr>
          <p:cNvSpPr>
            <a:spLocks noGrp="1"/>
          </p:cNvSpPr>
          <p:nvPr/>
        </p:nvSpPr>
        <p:spPr>
          <a:xfrm>
            <a:off x="33718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32" name="关系_92">
            <a:extLst>
              <a:ext uri="{FF2B5EF4-FFF2-40B4-BE49-F238E27FC236}">
                <a16:creationId xmlns:a16="http://schemas.microsoft.com/office/drawing/2014/main" id="{C4C2ED0C-2FE0-4086-9DE4-7270485BED4F}"/>
              </a:ext>
            </a:extLst>
          </p:cNvPr>
          <p:cNvSpPr>
            <a:spLocks noGrp="1"/>
          </p:cNvSpPr>
          <p:nvPr/>
        </p:nvSpPr>
        <p:spPr>
          <a:xfrm>
            <a:off x="3638550" y="3676650"/>
            <a:ext cx="47625" cy="47625"/>
          </a:xfrm>
          <a:prstGeom prst="ellipse">
            <a:avLst/>
          </a:prstGeom>
          <a:solidFill>
            <a:srgbClr val="888888"/>
          </a:solidFill>
          <a:ln w="14288">
            <a:solidFill>
              <a:srgbClr val="888888"/>
            </a:solidFill>
          </a:ln>
        </p:spPr>
      </p:sp>
      <p:sp>
        <p:nvSpPr>
          <p:cNvPr id="33" name="第四版文本_93">
            <a:extLst>
              <a:ext uri="{FF2B5EF4-FFF2-40B4-BE49-F238E27FC236}">
                <a16:creationId xmlns:a16="http://schemas.microsoft.com/office/drawing/2014/main" id="{A12BAB7B-D2F8-4AAC-959F-0829100AB17E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4057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P0–P8，主点间距约 100 m</a:t>
            </a:r>
          </a:p>
        </p:txBody>
      </p:sp>
      <p:sp>
        <p:nvSpPr>
          <p:cNvPr id="34" name="第四版文本_94">
            <a:extLst>
              <a:ext uri="{FF2B5EF4-FFF2-40B4-BE49-F238E27FC236}">
                <a16:creationId xmlns:a16="http://schemas.microsoft.com/office/drawing/2014/main" id="{DA0D2F34-2670-4691-8826-667CDBD0C152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45339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坝顶主点 9 + 点间 8</a:t>
            </a:r>
          </a:p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前台低位 7，共 24 个点位</a:t>
            </a:r>
          </a:p>
        </p:txBody>
      </p:sp>
      <p:sp>
        <p:nvSpPr>
          <p:cNvPr id="35" name="关系_95">
            <a:extLst>
              <a:ext uri="{FF2B5EF4-FFF2-40B4-BE49-F238E27FC236}">
                <a16:creationId xmlns:a16="http://schemas.microsoft.com/office/drawing/2014/main" id="{EBFA0ACD-A20C-44A7-955F-845814620982}"/>
              </a:ext>
            </a:extLst>
          </p:cNvPr>
          <p:cNvSpPr>
            <a:spLocks noGrp="1"/>
          </p:cNvSpPr>
          <p:nvPr/>
        </p:nvSpPr>
        <p:spPr>
          <a:xfrm>
            <a:off x="5362575" y="1438275"/>
            <a:ext cx="9525" cy="357187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36" name="第四版文本_96">
            <a:extLst>
              <a:ext uri="{FF2B5EF4-FFF2-40B4-BE49-F238E27FC236}">
                <a16:creationId xmlns:a16="http://schemas.microsoft.com/office/drawing/2014/main" id="{3C16E8D4-F59D-4F57-B5AB-D8F2FA206D1C}"/>
              </a:ext>
            </a:extLst>
          </p:cNvPr>
          <p:cNvSpPr>
            <a:spLocks noGrp="1"/>
          </p:cNvSpPr>
          <p:nvPr/>
        </p:nvSpPr>
        <p:spPr>
          <a:xfrm>
            <a:off x="5800725" y="1400175"/>
            <a:ext cx="5781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开花分档 · 高度相对坝顶</a:t>
            </a:r>
          </a:p>
        </p:txBody>
      </p:sp>
      <p:sp>
        <p:nvSpPr>
          <p:cNvPr id="37" name="关系_97">
            <a:extLst>
              <a:ext uri="{FF2B5EF4-FFF2-40B4-BE49-F238E27FC236}">
                <a16:creationId xmlns:a16="http://schemas.microsoft.com/office/drawing/2014/main" id="{CB3F033B-76E7-4687-B84F-64340F9C3DEB}"/>
              </a:ext>
            </a:extLst>
          </p:cNvPr>
          <p:cNvSpPr>
            <a:spLocks noGrp="1"/>
          </p:cNvSpPr>
          <p:nvPr/>
        </p:nvSpPr>
        <p:spPr>
          <a:xfrm>
            <a:off x="6410325" y="3538538"/>
            <a:ext cx="9525" cy="557213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38" name="关系_98">
            <a:extLst>
              <a:ext uri="{FF2B5EF4-FFF2-40B4-BE49-F238E27FC236}">
                <a16:creationId xmlns:a16="http://schemas.microsoft.com/office/drawing/2014/main" id="{DE936183-53ED-49B5-B280-E831D7AFF28C}"/>
              </a:ext>
            </a:extLst>
          </p:cNvPr>
          <p:cNvSpPr>
            <a:spLocks noGrp="1"/>
          </p:cNvSpPr>
          <p:nvPr/>
        </p:nvSpPr>
        <p:spPr>
          <a:xfrm>
            <a:off x="6243161" y="3371374"/>
            <a:ext cx="334328" cy="334328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39" name="第四版文本_99">
            <a:extLst>
              <a:ext uri="{FF2B5EF4-FFF2-40B4-BE49-F238E27FC236}">
                <a16:creationId xmlns:a16="http://schemas.microsoft.com/office/drawing/2014/main" id="{95BBD4D4-9BBC-4331-B008-F556BAB9FE90}"/>
              </a:ext>
            </a:extLst>
          </p:cNvPr>
          <p:cNvSpPr>
            <a:spLocks noGrp="1"/>
          </p:cNvSpPr>
          <p:nvPr/>
        </p:nvSpPr>
        <p:spPr>
          <a:xfrm>
            <a:off x="5676900" y="429577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S 90m</a:t>
            </a:r>
          </a:p>
        </p:txBody>
      </p:sp>
      <p:sp>
        <p:nvSpPr>
          <p:cNvPr id="40" name="第四版文本_100">
            <a:extLst>
              <a:ext uri="{FF2B5EF4-FFF2-40B4-BE49-F238E27FC236}">
                <a16:creationId xmlns:a16="http://schemas.microsoft.com/office/drawing/2014/main" id="{CC79C5F9-D864-4E49-8009-9E5DB5A09033}"/>
              </a:ext>
            </a:extLst>
          </p:cNvPr>
          <p:cNvSpPr>
            <a:spLocks noGrp="1"/>
          </p:cNvSpPr>
          <p:nvPr/>
        </p:nvSpPr>
        <p:spPr>
          <a:xfrm>
            <a:off x="5772150" y="4676775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+150 m</a:t>
            </a:r>
          </a:p>
        </p:txBody>
      </p:sp>
      <p:sp>
        <p:nvSpPr>
          <p:cNvPr id="41" name="关系_101">
            <a:extLst>
              <a:ext uri="{FF2B5EF4-FFF2-40B4-BE49-F238E27FC236}">
                <a16:creationId xmlns:a16="http://schemas.microsoft.com/office/drawing/2014/main" id="{24D5BEAA-7A5F-44D4-8AB9-4C4FFA7AE1AF}"/>
              </a:ext>
            </a:extLst>
          </p:cNvPr>
          <p:cNvSpPr>
            <a:spLocks noGrp="1"/>
          </p:cNvSpPr>
          <p:nvPr/>
        </p:nvSpPr>
        <p:spPr>
          <a:xfrm>
            <a:off x="7905750" y="3315653"/>
            <a:ext cx="9525" cy="780097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42" name="关系_102">
            <a:extLst>
              <a:ext uri="{FF2B5EF4-FFF2-40B4-BE49-F238E27FC236}">
                <a16:creationId xmlns:a16="http://schemas.microsoft.com/office/drawing/2014/main" id="{F8E9B319-A63B-4BDB-A1DD-6E4DB6EFB7ED}"/>
              </a:ext>
            </a:extLst>
          </p:cNvPr>
          <p:cNvSpPr>
            <a:spLocks noGrp="1"/>
          </p:cNvSpPr>
          <p:nvPr/>
        </p:nvSpPr>
        <p:spPr>
          <a:xfrm>
            <a:off x="7627144" y="3037046"/>
            <a:ext cx="557213" cy="557213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43" name="第四版文本_103">
            <a:extLst>
              <a:ext uri="{FF2B5EF4-FFF2-40B4-BE49-F238E27FC236}">
                <a16:creationId xmlns:a16="http://schemas.microsoft.com/office/drawing/2014/main" id="{6A9FCEB0-5777-45A2-AD69-9F0810A77A45}"/>
              </a:ext>
            </a:extLst>
          </p:cNvPr>
          <p:cNvSpPr>
            <a:spLocks noGrp="1"/>
          </p:cNvSpPr>
          <p:nvPr/>
        </p:nvSpPr>
        <p:spPr>
          <a:xfrm>
            <a:off x="7172325" y="429577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M 150m</a:t>
            </a:r>
          </a:p>
        </p:txBody>
      </p:sp>
      <p:sp>
        <p:nvSpPr>
          <p:cNvPr id="44" name="第四版文本_104">
            <a:extLst>
              <a:ext uri="{FF2B5EF4-FFF2-40B4-BE49-F238E27FC236}">
                <a16:creationId xmlns:a16="http://schemas.microsoft.com/office/drawing/2014/main" id="{AE294AC3-0706-49A8-B334-FF1B808D4D36}"/>
              </a:ext>
            </a:extLst>
          </p:cNvPr>
          <p:cNvSpPr>
            <a:spLocks noGrp="1"/>
          </p:cNvSpPr>
          <p:nvPr/>
        </p:nvSpPr>
        <p:spPr>
          <a:xfrm>
            <a:off x="7267575" y="4676775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+210 m</a:t>
            </a:r>
          </a:p>
        </p:txBody>
      </p:sp>
      <p:sp>
        <p:nvSpPr>
          <p:cNvPr id="45" name="关系_105">
            <a:extLst>
              <a:ext uri="{FF2B5EF4-FFF2-40B4-BE49-F238E27FC236}">
                <a16:creationId xmlns:a16="http://schemas.microsoft.com/office/drawing/2014/main" id="{F1B0463D-CD6D-40A1-BD46-A88F88CCB0EC}"/>
              </a:ext>
            </a:extLst>
          </p:cNvPr>
          <p:cNvSpPr>
            <a:spLocks noGrp="1"/>
          </p:cNvSpPr>
          <p:nvPr/>
        </p:nvSpPr>
        <p:spPr>
          <a:xfrm>
            <a:off x="9401175" y="2869882"/>
            <a:ext cx="9525" cy="1225868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46" name="关系_106">
            <a:extLst>
              <a:ext uri="{FF2B5EF4-FFF2-40B4-BE49-F238E27FC236}">
                <a16:creationId xmlns:a16="http://schemas.microsoft.com/office/drawing/2014/main" id="{05FE0E87-A6BC-49CD-82E2-E23EB969990D}"/>
              </a:ext>
            </a:extLst>
          </p:cNvPr>
          <p:cNvSpPr>
            <a:spLocks noGrp="1"/>
          </p:cNvSpPr>
          <p:nvPr/>
        </p:nvSpPr>
        <p:spPr>
          <a:xfrm>
            <a:off x="8973979" y="2442686"/>
            <a:ext cx="854393" cy="854393"/>
          </a:xfrm>
          <a:prstGeom prst="ellipse">
            <a:avLst/>
          </a:prstGeom>
          <a:noFill/>
          <a:ln w="14288">
            <a:solidFill>
              <a:srgbClr val="0FF796"/>
            </a:solidFill>
          </a:ln>
        </p:spPr>
      </p:sp>
      <p:sp>
        <p:nvSpPr>
          <p:cNvPr id="47" name="第四版文本_107">
            <a:extLst>
              <a:ext uri="{FF2B5EF4-FFF2-40B4-BE49-F238E27FC236}">
                <a16:creationId xmlns:a16="http://schemas.microsoft.com/office/drawing/2014/main" id="{2D4F1101-3ED8-476C-BD8C-3B1994EB0105}"/>
              </a:ext>
            </a:extLst>
          </p:cNvPr>
          <p:cNvSpPr>
            <a:spLocks noGrp="1"/>
          </p:cNvSpPr>
          <p:nvPr/>
        </p:nvSpPr>
        <p:spPr>
          <a:xfrm>
            <a:off x="8667750" y="429577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L 230m</a:t>
            </a:r>
          </a:p>
        </p:txBody>
      </p:sp>
      <p:sp>
        <p:nvSpPr>
          <p:cNvPr id="48" name="第四版文本_108">
            <a:extLst>
              <a:ext uri="{FF2B5EF4-FFF2-40B4-BE49-F238E27FC236}">
                <a16:creationId xmlns:a16="http://schemas.microsoft.com/office/drawing/2014/main" id="{79DF87DE-3759-4B84-8DD5-726004DAC87D}"/>
              </a:ext>
            </a:extLst>
          </p:cNvPr>
          <p:cNvSpPr>
            <a:spLocks noGrp="1"/>
          </p:cNvSpPr>
          <p:nvPr/>
        </p:nvSpPr>
        <p:spPr>
          <a:xfrm>
            <a:off x="8763000" y="4676775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+330 m</a:t>
            </a:r>
          </a:p>
        </p:txBody>
      </p:sp>
      <p:sp>
        <p:nvSpPr>
          <p:cNvPr id="49" name="关系_109">
            <a:extLst>
              <a:ext uri="{FF2B5EF4-FFF2-40B4-BE49-F238E27FC236}">
                <a16:creationId xmlns:a16="http://schemas.microsoft.com/office/drawing/2014/main" id="{CDDCE19B-ECFB-4C49-B3D7-2530F9402C4F}"/>
              </a:ext>
            </a:extLst>
          </p:cNvPr>
          <p:cNvSpPr>
            <a:spLocks noGrp="1"/>
          </p:cNvSpPr>
          <p:nvPr/>
        </p:nvSpPr>
        <p:spPr>
          <a:xfrm>
            <a:off x="10896600" y="2609850"/>
            <a:ext cx="9525" cy="1485900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50" name="关系_110">
            <a:extLst>
              <a:ext uri="{FF2B5EF4-FFF2-40B4-BE49-F238E27FC236}">
                <a16:creationId xmlns:a16="http://schemas.microsoft.com/office/drawing/2014/main" id="{535A72B0-4E59-418A-ACA6-477091770D77}"/>
              </a:ext>
            </a:extLst>
          </p:cNvPr>
          <p:cNvSpPr>
            <a:spLocks noGrp="1"/>
          </p:cNvSpPr>
          <p:nvPr/>
        </p:nvSpPr>
        <p:spPr>
          <a:xfrm>
            <a:off x="10376535" y="2089785"/>
            <a:ext cx="1040130" cy="1040130"/>
          </a:xfrm>
          <a:prstGeom prst="ellipse">
            <a:avLst/>
          </a:prstGeom>
          <a:noFill/>
          <a:ln w="14288">
            <a:solidFill>
              <a:srgbClr val="0FF796"/>
            </a:solidFill>
          </a:ln>
        </p:spPr>
      </p:sp>
      <p:sp>
        <p:nvSpPr>
          <p:cNvPr id="51" name="第四版文本_111">
            <a:extLst>
              <a:ext uri="{FF2B5EF4-FFF2-40B4-BE49-F238E27FC236}">
                <a16:creationId xmlns:a16="http://schemas.microsoft.com/office/drawing/2014/main" id="{C99E0FFC-2186-4EB5-AC0E-549F29904063}"/>
              </a:ext>
            </a:extLst>
          </p:cNvPr>
          <p:cNvSpPr>
            <a:spLocks noGrp="1"/>
          </p:cNvSpPr>
          <p:nvPr/>
        </p:nvSpPr>
        <p:spPr>
          <a:xfrm>
            <a:off x="10163175" y="429577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Hero 280m</a:t>
            </a:r>
          </a:p>
        </p:txBody>
      </p:sp>
      <p:sp>
        <p:nvSpPr>
          <p:cNvPr id="52" name="第四版文本_112">
            <a:extLst>
              <a:ext uri="{FF2B5EF4-FFF2-40B4-BE49-F238E27FC236}">
                <a16:creationId xmlns:a16="http://schemas.microsoft.com/office/drawing/2014/main" id="{8BC96BFF-AC4F-46B0-9EDD-C8E15E4453C5}"/>
              </a:ext>
            </a:extLst>
          </p:cNvPr>
          <p:cNvSpPr>
            <a:spLocks noGrp="1"/>
          </p:cNvSpPr>
          <p:nvPr/>
        </p:nvSpPr>
        <p:spPr>
          <a:xfrm>
            <a:off x="10258425" y="4676775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+400 m</a:t>
            </a:r>
          </a:p>
        </p:txBody>
      </p:sp>
      <p:sp>
        <p:nvSpPr>
          <p:cNvPr id="53" name="关系_113">
            <a:extLst>
              <a:ext uri="{FF2B5EF4-FFF2-40B4-BE49-F238E27FC236}">
                <a16:creationId xmlns:a16="http://schemas.microsoft.com/office/drawing/2014/main" id="{94764C4A-D9EE-4100-BA7E-CAF1F02B5520}"/>
              </a:ext>
            </a:extLst>
          </p:cNvPr>
          <p:cNvSpPr>
            <a:spLocks noGrp="1"/>
          </p:cNvSpPr>
          <p:nvPr/>
        </p:nvSpPr>
        <p:spPr>
          <a:xfrm>
            <a:off x="5800725" y="4095750"/>
            <a:ext cx="5781675" cy="9525"/>
          </a:xfrm>
          <a:prstGeom prst="rect">
            <a:avLst/>
          </a:prstGeom>
          <a:solidFill>
            <a:srgbClr val="F5F5F5">
              <a:alpha val="68000"/>
            </a:srgbClr>
          </a:solidFill>
          <a:ln w="0">
            <a:noFill/>
          </a:ln>
        </p:spPr>
      </p:sp>
      <p:sp>
        <p:nvSpPr>
          <p:cNvPr id="54" name="关系_114">
            <a:extLst>
              <a:ext uri="{FF2B5EF4-FFF2-40B4-BE49-F238E27FC236}">
                <a16:creationId xmlns:a16="http://schemas.microsoft.com/office/drawing/2014/main" id="{C5851FF7-5CA5-49C2-8953-BFAE688DD4E0}"/>
              </a:ext>
            </a:extLst>
          </p:cNvPr>
          <p:cNvSpPr>
            <a:spLocks noGrp="1"/>
          </p:cNvSpPr>
          <p:nvPr/>
        </p:nvSpPr>
        <p:spPr>
          <a:xfrm>
            <a:off x="609600" y="5229225"/>
            <a:ext cx="10972800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55" name="关系_115">
            <a:extLst>
              <a:ext uri="{FF2B5EF4-FFF2-40B4-BE49-F238E27FC236}">
                <a16:creationId xmlns:a16="http://schemas.microsoft.com/office/drawing/2014/main" id="{013B816F-F9CE-4464-86BD-B1302C49AAA9}"/>
              </a:ext>
            </a:extLst>
          </p:cNvPr>
          <p:cNvSpPr>
            <a:spLocks noGrp="1"/>
          </p:cNvSpPr>
          <p:nvPr/>
        </p:nvSpPr>
        <p:spPr>
          <a:xfrm>
            <a:off x="778669" y="5560219"/>
            <a:ext cx="385763" cy="385763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56" name="关系_116">
            <a:extLst>
              <a:ext uri="{FF2B5EF4-FFF2-40B4-BE49-F238E27FC236}">
                <a16:creationId xmlns:a16="http://schemas.microsoft.com/office/drawing/2014/main" id="{80A9D007-7598-4FAF-B4B1-9225C4E93A6E}"/>
              </a:ext>
            </a:extLst>
          </p:cNvPr>
          <p:cNvSpPr>
            <a:spLocks noGrp="1"/>
          </p:cNvSpPr>
          <p:nvPr/>
        </p:nvSpPr>
        <p:spPr>
          <a:xfrm>
            <a:off x="1035844" y="5560219"/>
            <a:ext cx="385763" cy="385763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57" name="第四版文本_117">
            <a:extLst>
              <a:ext uri="{FF2B5EF4-FFF2-40B4-BE49-F238E27FC236}">
                <a16:creationId xmlns:a16="http://schemas.microsoft.com/office/drawing/2014/main" id="{27E06C8E-C041-4267-81C2-688D40FECE9A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2419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1.5</a:t>
            </a:r>
          </a:p>
        </p:txBody>
      </p:sp>
      <p:sp>
        <p:nvSpPr>
          <p:cNvPr id="58" name="第四版文本_118">
            <a:extLst>
              <a:ext uri="{FF2B5EF4-FFF2-40B4-BE49-F238E27FC236}">
                <a16:creationId xmlns:a16="http://schemas.microsoft.com/office/drawing/2014/main" id="{469147A3-CFAE-46DA-8EF4-FED1EE2F6A37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单花仍可辨认</a:t>
            </a:r>
          </a:p>
        </p:txBody>
      </p:sp>
      <p:sp>
        <p:nvSpPr>
          <p:cNvPr id="59" name="关系_119">
            <a:extLst>
              <a:ext uri="{FF2B5EF4-FFF2-40B4-BE49-F238E27FC236}">
                <a16:creationId xmlns:a16="http://schemas.microsoft.com/office/drawing/2014/main" id="{82B097F6-9D75-402F-8712-8BF702C58AFC}"/>
              </a:ext>
            </a:extLst>
          </p:cNvPr>
          <p:cNvSpPr>
            <a:spLocks noGrp="1"/>
          </p:cNvSpPr>
          <p:nvPr/>
        </p:nvSpPr>
        <p:spPr>
          <a:xfrm>
            <a:off x="4409599" y="5457349"/>
            <a:ext cx="591503" cy="591503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60" name="关系_120">
            <a:extLst>
              <a:ext uri="{FF2B5EF4-FFF2-40B4-BE49-F238E27FC236}">
                <a16:creationId xmlns:a16="http://schemas.microsoft.com/office/drawing/2014/main" id="{396D54CD-4081-420D-B983-034BCA6DEC89}"/>
              </a:ext>
            </a:extLst>
          </p:cNvPr>
          <p:cNvSpPr>
            <a:spLocks noGrp="1"/>
          </p:cNvSpPr>
          <p:nvPr/>
        </p:nvSpPr>
        <p:spPr>
          <a:xfrm>
            <a:off x="4666774" y="5457349"/>
            <a:ext cx="591503" cy="591503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61" name="第四版文本_121">
            <a:extLst>
              <a:ext uri="{FF2B5EF4-FFF2-40B4-BE49-F238E27FC236}">
                <a16:creationId xmlns:a16="http://schemas.microsoft.com/office/drawing/2014/main" id="{C927ED90-2DA5-4870-802C-31CD69EA5446}"/>
              </a:ext>
            </a:extLst>
          </p:cNvPr>
          <p:cNvSpPr>
            <a:spLocks noGrp="1"/>
          </p:cNvSpPr>
          <p:nvPr/>
        </p:nvSpPr>
        <p:spPr>
          <a:xfrm>
            <a:off x="5543550" y="5429250"/>
            <a:ext cx="2419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2.3</a:t>
            </a:r>
          </a:p>
        </p:txBody>
      </p:sp>
      <p:sp>
        <p:nvSpPr>
          <p:cNvPr id="62" name="第四版文本_122">
            <a:extLst>
              <a:ext uri="{FF2B5EF4-FFF2-40B4-BE49-F238E27FC236}">
                <a16:creationId xmlns:a16="http://schemas.microsoft.com/office/drawing/2014/main" id="{E64A3BA5-1C6B-4AA2-AD9E-518520B0305A}"/>
              </a:ext>
            </a:extLst>
          </p:cNvPr>
          <p:cNvSpPr>
            <a:spLocks noGrp="1"/>
          </p:cNvSpPr>
          <p:nvPr/>
        </p:nvSpPr>
        <p:spPr>
          <a:xfrm>
            <a:off x="5543550" y="58102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形成花墙</a:t>
            </a:r>
          </a:p>
        </p:txBody>
      </p:sp>
      <p:sp>
        <p:nvSpPr>
          <p:cNvPr id="63" name="关系_123">
            <a:extLst>
              <a:ext uri="{FF2B5EF4-FFF2-40B4-BE49-F238E27FC236}">
                <a16:creationId xmlns:a16="http://schemas.microsoft.com/office/drawing/2014/main" id="{31CD53C4-C32F-4C37-8EF5-D9006FE53B2B}"/>
              </a:ext>
            </a:extLst>
          </p:cNvPr>
          <p:cNvSpPr>
            <a:spLocks noGrp="1"/>
          </p:cNvSpPr>
          <p:nvPr/>
        </p:nvSpPr>
        <p:spPr>
          <a:xfrm>
            <a:off x="8053388" y="5367338"/>
            <a:ext cx="771525" cy="771525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64" name="关系_124">
            <a:extLst>
              <a:ext uri="{FF2B5EF4-FFF2-40B4-BE49-F238E27FC236}">
                <a16:creationId xmlns:a16="http://schemas.microsoft.com/office/drawing/2014/main" id="{4E643AF9-3631-4E4B-80F2-5095534556DA}"/>
              </a:ext>
            </a:extLst>
          </p:cNvPr>
          <p:cNvSpPr>
            <a:spLocks noGrp="1"/>
          </p:cNvSpPr>
          <p:nvPr/>
        </p:nvSpPr>
        <p:spPr>
          <a:xfrm>
            <a:off x="8310563" y="5367338"/>
            <a:ext cx="771525" cy="771525"/>
          </a:xfrm>
          <a:prstGeom prst="ellipse">
            <a:avLst/>
          </a:prstGeom>
          <a:noFill/>
          <a:ln w="14288">
            <a:solidFill>
              <a:srgbClr val="F5F5F5">
                <a:alpha val="68000"/>
              </a:srgbClr>
            </a:solidFill>
          </a:ln>
        </p:spPr>
      </p:sp>
      <p:sp>
        <p:nvSpPr>
          <p:cNvPr id="65" name="第四版文本_125">
            <a:extLst>
              <a:ext uri="{FF2B5EF4-FFF2-40B4-BE49-F238E27FC236}">
                <a16:creationId xmlns:a16="http://schemas.microsoft.com/office/drawing/2014/main" id="{61AA0A67-C9D8-4549-AE05-86CF7F3FE9D3}"/>
              </a:ext>
            </a:extLst>
          </p:cNvPr>
          <p:cNvSpPr>
            <a:spLocks noGrp="1"/>
          </p:cNvSpPr>
          <p:nvPr/>
        </p:nvSpPr>
        <p:spPr>
          <a:xfrm>
            <a:off x="9277350" y="5429250"/>
            <a:ext cx="2419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花径 / 点距 3.0</a:t>
            </a:r>
          </a:p>
        </p:txBody>
      </p:sp>
      <p:sp>
        <p:nvSpPr>
          <p:cNvPr id="66" name="第四版文本_126">
            <a:extLst>
              <a:ext uri="{FF2B5EF4-FFF2-40B4-BE49-F238E27FC236}">
                <a16:creationId xmlns:a16="http://schemas.microsoft.com/office/drawing/2014/main" id="{C3B27D9C-051A-4249-B066-57BDAD9D7F25}"/>
              </a:ext>
            </a:extLst>
          </p:cNvPr>
          <p:cNvSpPr>
            <a:spLocks noGrp="1"/>
          </p:cNvSpPr>
          <p:nvPr/>
        </p:nvSpPr>
        <p:spPr>
          <a:xfrm>
            <a:off x="9277350" y="5810250"/>
            <a:ext cx="2419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容易连成一片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编排推演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构图推演：提前检查层次、重叠与画面边界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73B057-7916-409C-B240-D5FEF56F1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2928" y="1390650"/>
            <a:ext cx="8023918" cy="4857750"/>
          </a:xfrm>
          <a:prstGeom prst="rect">
            <a:avLst/>
          </a:prstGeom>
        </p:spPr>
      </p:pic>
      <p:sp>
        <p:nvSpPr>
          <p:cNvPr id="7" name="第四版文本_127">
            <a:extLst>
              <a:ext uri="{FF2B5EF4-FFF2-40B4-BE49-F238E27FC236}">
                <a16:creationId xmlns:a16="http://schemas.microsoft.com/office/drawing/2014/main" id="{270CC5BD-4B43-4D35-AB4A-7664B9E1CA6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高空球花</a:t>
            </a:r>
          </a:p>
        </p:txBody>
      </p:sp>
      <p:sp>
        <p:nvSpPr>
          <p:cNvPr id="8" name="第四版文本_128">
            <a:extLst>
              <a:ext uri="{FF2B5EF4-FFF2-40B4-BE49-F238E27FC236}">
                <a16:creationId xmlns:a16="http://schemas.microsoft.com/office/drawing/2014/main" id="{6DEBF4D3-AEF0-4E8A-BB57-6AA720AF7578}"/>
              </a:ext>
            </a:extLst>
          </p:cNvPr>
          <p:cNvSpPr>
            <a:spLocks noGrp="1"/>
          </p:cNvSpPr>
          <p:nvPr/>
        </p:nvSpPr>
        <p:spPr>
          <a:xfrm>
            <a:off x="9429750" y="2000250"/>
            <a:ext cx="2152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检查花径重叠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与上沿留量</a:t>
            </a:r>
          </a:p>
        </p:txBody>
      </p:sp>
      <p:sp>
        <p:nvSpPr>
          <p:cNvPr id="9" name="第四版文本_129">
            <a:extLst>
              <a:ext uri="{FF2B5EF4-FFF2-40B4-BE49-F238E27FC236}">
                <a16:creationId xmlns:a16="http://schemas.microsoft.com/office/drawing/2014/main" id="{03C78F3C-FE8C-44BD-A86C-CA896EC33F3E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坝顶与前台</a:t>
            </a:r>
          </a:p>
        </p:txBody>
      </p:sp>
      <p:sp>
        <p:nvSpPr>
          <p:cNvPr id="10" name="第四版文本_130">
            <a:extLst>
              <a:ext uri="{FF2B5EF4-FFF2-40B4-BE49-F238E27FC236}">
                <a16:creationId xmlns:a16="http://schemas.microsoft.com/office/drawing/2014/main" id="{97EADE5F-6749-4140-B621-826A522C5691}"/>
              </a:ext>
            </a:extLst>
          </p:cNvPr>
          <p:cNvSpPr>
            <a:spLocks noGrp="1"/>
          </p:cNvSpPr>
          <p:nvPr/>
        </p:nvSpPr>
        <p:spPr>
          <a:xfrm>
            <a:off x="9429750" y="3581400"/>
            <a:ext cx="2152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扇形、升空与低位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形成高低层次</a:t>
            </a:r>
          </a:p>
        </p:txBody>
      </p:sp>
      <p:sp>
        <p:nvSpPr>
          <p:cNvPr id="11" name="第四版文本_131">
            <a:extLst>
              <a:ext uri="{FF2B5EF4-FFF2-40B4-BE49-F238E27FC236}">
                <a16:creationId xmlns:a16="http://schemas.microsoft.com/office/drawing/2014/main" id="{18D6A0D1-E579-4C96-B920-81D38D7B7F90}"/>
              </a:ext>
            </a:extLst>
          </p:cNvPr>
          <p:cNvSpPr>
            <a:spLocks noGrp="1"/>
          </p:cNvSpPr>
          <p:nvPr/>
        </p:nvSpPr>
        <p:spPr>
          <a:xfrm>
            <a:off x="9429750" y="4686300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再回到时序</a:t>
            </a:r>
          </a:p>
        </p:txBody>
      </p:sp>
      <p:sp>
        <p:nvSpPr>
          <p:cNvPr id="12" name="第四版文本_132">
            <a:extLst>
              <a:ext uri="{FF2B5EF4-FFF2-40B4-BE49-F238E27FC236}">
                <a16:creationId xmlns:a16="http://schemas.microsoft.com/office/drawing/2014/main" id="{345C5B1F-A984-48C4-B942-17B221B16B72}"/>
              </a:ext>
            </a:extLst>
          </p:cNvPr>
          <p:cNvSpPr>
            <a:spLocks noGrp="1"/>
          </p:cNvSpPr>
          <p:nvPr/>
        </p:nvSpPr>
        <p:spPr>
          <a:xfrm>
            <a:off x="9429750" y="5162550"/>
            <a:ext cx="21526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错开发射与峰值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按段落检查构图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可视化编排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模板体系：资源、花型与编排片段分层复用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关系_133">
            <a:extLst>
              <a:ext uri="{FF2B5EF4-FFF2-40B4-BE49-F238E27FC236}">
                <a16:creationId xmlns:a16="http://schemas.microsoft.com/office/drawing/2014/main" id="{C9BA8C93-DDB2-4D3B-AA05-C2CB5BB74847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2578894" cy="54292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7" name="第四版文本_134">
            <a:extLst>
              <a:ext uri="{FF2B5EF4-FFF2-40B4-BE49-F238E27FC236}">
                <a16:creationId xmlns:a16="http://schemas.microsoft.com/office/drawing/2014/main" id="{7AFC3819-65E9-489A-BDF8-0E48A9676546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426494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基础模板</a:t>
            </a:r>
          </a:p>
        </p:txBody>
      </p:sp>
      <p:sp>
        <p:nvSpPr>
          <p:cNvPr id="8" name="第四版文本_135">
            <a:extLst>
              <a:ext uri="{FF2B5EF4-FFF2-40B4-BE49-F238E27FC236}">
                <a16:creationId xmlns:a16="http://schemas.microsoft.com/office/drawing/2014/main" id="{28529DAC-B3E6-4DA0-A39D-CA0475AA6A95}"/>
              </a:ext>
            </a:extLst>
          </p:cNvPr>
          <p:cNvSpPr>
            <a:spLocks noGrp="1"/>
          </p:cNvSpPr>
          <p:nvPr/>
        </p:nvSpPr>
        <p:spPr>
          <a:xfrm>
            <a:off x="3198019" y="15525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关系_136">
            <a:extLst>
              <a:ext uri="{FF2B5EF4-FFF2-40B4-BE49-F238E27FC236}">
                <a16:creationId xmlns:a16="http://schemas.microsoft.com/office/drawing/2014/main" id="{B7EF49BE-B10F-414F-A042-64A35AB30F0E}"/>
              </a:ext>
            </a:extLst>
          </p:cNvPr>
          <p:cNvSpPr>
            <a:spLocks noGrp="1"/>
          </p:cNvSpPr>
          <p:nvPr/>
        </p:nvSpPr>
        <p:spPr>
          <a:xfrm>
            <a:off x="3407569" y="1438275"/>
            <a:ext cx="2578894" cy="54292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0" name="第四版文本_137">
            <a:extLst>
              <a:ext uri="{FF2B5EF4-FFF2-40B4-BE49-F238E27FC236}">
                <a16:creationId xmlns:a16="http://schemas.microsoft.com/office/drawing/2014/main" id="{327F63AA-4E0D-4F6D-AB12-09D03FE817DF}"/>
              </a:ext>
            </a:extLst>
          </p:cNvPr>
          <p:cNvSpPr>
            <a:spLocks noGrp="1"/>
          </p:cNvSpPr>
          <p:nvPr/>
        </p:nvSpPr>
        <p:spPr>
          <a:xfrm>
            <a:off x="3483769" y="1562100"/>
            <a:ext cx="2426494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花型模板</a:t>
            </a:r>
          </a:p>
        </p:txBody>
      </p:sp>
      <p:sp>
        <p:nvSpPr>
          <p:cNvPr id="11" name="第四版文本_138">
            <a:extLst>
              <a:ext uri="{FF2B5EF4-FFF2-40B4-BE49-F238E27FC236}">
                <a16:creationId xmlns:a16="http://schemas.microsoft.com/office/drawing/2014/main" id="{324871A1-537E-4D72-BC49-C1D249FF0566}"/>
              </a:ext>
            </a:extLst>
          </p:cNvPr>
          <p:cNvSpPr>
            <a:spLocks noGrp="1"/>
          </p:cNvSpPr>
          <p:nvPr/>
        </p:nvSpPr>
        <p:spPr>
          <a:xfrm>
            <a:off x="5995988" y="15525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关系_139">
            <a:extLst>
              <a:ext uri="{FF2B5EF4-FFF2-40B4-BE49-F238E27FC236}">
                <a16:creationId xmlns:a16="http://schemas.microsoft.com/office/drawing/2014/main" id="{7CE97C13-28E7-4378-BC68-5519E2924CC2}"/>
              </a:ext>
            </a:extLst>
          </p:cNvPr>
          <p:cNvSpPr>
            <a:spLocks noGrp="1"/>
          </p:cNvSpPr>
          <p:nvPr/>
        </p:nvSpPr>
        <p:spPr>
          <a:xfrm>
            <a:off x="6205538" y="1438275"/>
            <a:ext cx="2578894" cy="54292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3" name="第四版文本_140">
            <a:extLst>
              <a:ext uri="{FF2B5EF4-FFF2-40B4-BE49-F238E27FC236}">
                <a16:creationId xmlns:a16="http://schemas.microsoft.com/office/drawing/2014/main" id="{706D4247-3282-4ABF-9C11-6D9FE01050B9}"/>
              </a:ext>
            </a:extLst>
          </p:cNvPr>
          <p:cNvSpPr>
            <a:spLocks noGrp="1"/>
          </p:cNvSpPr>
          <p:nvPr/>
        </p:nvSpPr>
        <p:spPr>
          <a:xfrm>
            <a:off x="6281738" y="1562100"/>
            <a:ext cx="2426494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编排模板</a:t>
            </a:r>
          </a:p>
        </p:txBody>
      </p:sp>
      <p:sp>
        <p:nvSpPr>
          <p:cNvPr id="14" name="第四版文本_141">
            <a:extLst>
              <a:ext uri="{FF2B5EF4-FFF2-40B4-BE49-F238E27FC236}">
                <a16:creationId xmlns:a16="http://schemas.microsoft.com/office/drawing/2014/main" id="{1D49622C-06E7-47E3-BF54-FD29A450042A}"/>
              </a:ext>
            </a:extLst>
          </p:cNvPr>
          <p:cNvSpPr>
            <a:spLocks noGrp="1"/>
          </p:cNvSpPr>
          <p:nvPr/>
        </p:nvSpPr>
        <p:spPr>
          <a:xfrm>
            <a:off x="8793956" y="15525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关系_142">
            <a:extLst>
              <a:ext uri="{FF2B5EF4-FFF2-40B4-BE49-F238E27FC236}">
                <a16:creationId xmlns:a16="http://schemas.microsoft.com/office/drawing/2014/main" id="{671A5B5F-9BC7-437D-9297-45CBC551CF19}"/>
              </a:ext>
            </a:extLst>
          </p:cNvPr>
          <p:cNvSpPr>
            <a:spLocks noGrp="1"/>
          </p:cNvSpPr>
          <p:nvPr/>
        </p:nvSpPr>
        <p:spPr>
          <a:xfrm>
            <a:off x="9003506" y="1438275"/>
            <a:ext cx="2578894" cy="54292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6" name="第四版文本_143">
            <a:extLst>
              <a:ext uri="{FF2B5EF4-FFF2-40B4-BE49-F238E27FC236}">
                <a16:creationId xmlns:a16="http://schemas.microsoft.com/office/drawing/2014/main" id="{5A4DCC0F-B7D7-497C-9BD9-A38073B3A4B0}"/>
              </a:ext>
            </a:extLst>
          </p:cNvPr>
          <p:cNvSpPr>
            <a:spLocks noGrp="1"/>
          </p:cNvSpPr>
          <p:nvPr/>
        </p:nvSpPr>
        <p:spPr>
          <a:xfrm>
            <a:off x="9079706" y="1562100"/>
            <a:ext cx="2426494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场内片段</a:t>
            </a:r>
          </a:p>
        </p:txBody>
      </p:sp>
      <p:sp>
        <p:nvSpPr>
          <p:cNvPr id="17" name="第四版文本_144">
            <a:extLst>
              <a:ext uri="{FF2B5EF4-FFF2-40B4-BE49-F238E27FC236}">
                <a16:creationId xmlns:a16="http://schemas.microsoft.com/office/drawing/2014/main" id="{2A48F3C6-1A64-4B3F-8B53-1FB02607DA2B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2578894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资源来源与名义规格</a:t>
            </a:r>
          </a:p>
        </p:txBody>
      </p:sp>
      <p:sp>
        <p:nvSpPr>
          <p:cNvPr id="18" name="第四版文本_145">
            <a:extLst>
              <a:ext uri="{FF2B5EF4-FFF2-40B4-BE49-F238E27FC236}">
                <a16:creationId xmlns:a16="http://schemas.microsoft.com/office/drawing/2014/main" id="{DECBE62E-D8D5-4E40-9424-4CE29B3201A2}"/>
              </a:ext>
            </a:extLst>
          </p:cNvPr>
          <p:cNvSpPr>
            <a:spLocks noGrp="1"/>
          </p:cNvSpPr>
          <p:nvPr/>
        </p:nvSpPr>
        <p:spPr>
          <a:xfrm>
            <a:off x="3407569" y="2152650"/>
            <a:ext cx="2578894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一次发射的层次与延迟</a:t>
            </a:r>
          </a:p>
        </p:txBody>
      </p:sp>
      <p:sp>
        <p:nvSpPr>
          <p:cNvPr id="19" name="第四版文本_146">
            <a:extLst>
              <a:ext uri="{FF2B5EF4-FFF2-40B4-BE49-F238E27FC236}">
                <a16:creationId xmlns:a16="http://schemas.microsoft.com/office/drawing/2014/main" id="{8F701A47-11D0-45E2-82A9-B3A87DBB3CF6}"/>
              </a:ext>
            </a:extLst>
          </p:cNvPr>
          <p:cNvSpPr>
            <a:spLocks noGrp="1"/>
          </p:cNvSpPr>
          <p:nvPr/>
        </p:nvSpPr>
        <p:spPr>
          <a:xfrm>
            <a:off x="6205538" y="2152650"/>
            <a:ext cx="2578894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多点组合与相对节奏</a:t>
            </a:r>
          </a:p>
        </p:txBody>
      </p:sp>
      <p:sp>
        <p:nvSpPr>
          <p:cNvPr id="20" name="第四版文本_147">
            <a:extLst>
              <a:ext uri="{FF2B5EF4-FFF2-40B4-BE49-F238E27FC236}">
                <a16:creationId xmlns:a16="http://schemas.microsoft.com/office/drawing/2014/main" id="{01A975AA-5E13-455A-8FA3-CA0E1B276A2A}"/>
              </a:ext>
            </a:extLst>
          </p:cNvPr>
          <p:cNvSpPr>
            <a:spLocks noGrp="1"/>
          </p:cNvSpPr>
          <p:nvPr/>
        </p:nvSpPr>
        <p:spPr>
          <a:xfrm>
            <a:off x="9003506" y="2152650"/>
            <a:ext cx="2578894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对齐节目时刻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A25C94C-35CC-4BFC-BE2A-0982B7F2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838979"/>
            <a:ext cx="4229100" cy="3132667"/>
          </a:xfrm>
          <a:prstGeom prst="rect">
            <a:avLst/>
          </a:prstGeom>
        </p:spPr>
      </p:pic>
      <p:sp>
        <p:nvSpPr>
          <p:cNvPr id="22" name="第四版文本_148">
            <a:extLst>
              <a:ext uri="{FF2B5EF4-FFF2-40B4-BE49-F238E27FC236}">
                <a16:creationId xmlns:a16="http://schemas.microsoft.com/office/drawing/2014/main" id="{CDE8DB9B-320E-42DF-88F1-969366FB934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4229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花型模板 · 银星十三束宽扇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9D9C78C-1F98-41B1-BEA5-CA9110432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19700" y="3177488"/>
            <a:ext cx="6362700" cy="960225"/>
          </a:xfrm>
          <a:prstGeom prst="rect">
            <a:avLst/>
          </a:prstGeom>
        </p:spPr>
      </p:pic>
      <p:sp>
        <p:nvSpPr>
          <p:cNvPr id="24" name="第四版文本_149">
            <a:extLst>
              <a:ext uri="{FF2B5EF4-FFF2-40B4-BE49-F238E27FC236}">
                <a16:creationId xmlns:a16="http://schemas.microsoft.com/office/drawing/2014/main" id="{12307C17-4410-41D6-8CF6-D4D2BA5D9F9D}"/>
              </a:ext>
            </a:extLst>
          </p:cNvPr>
          <p:cNvSpPr>
            <a:spLocks noGrp="1"/>
          </p:cNvSpPr>
          <p:nvPr/>
        </p:nvSpPr>
        <p:spPr>
          <a:xfrm>
            <a:off x="5219700" y="4371975"/>
            <a:ext cx="6362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编排模板 · 逐次花型调用（局部）</a:t>
            </a:r>
          </a:p>
        </p:txBody>
      </p:sp>
      <p:sp>
        <p:nvSpPr>
          <p:cNvPr id="25" name="第四版文本_150">
            <a:extLst>
              <a:ext uri="{FF2B5EF4-FFF2-40B4-BE49-F238E27FC236}">
                <a16:creationId xmlns:a16="http://schemas.microsoft.com/office/drawing/2014/main" id="{506C2EBB-ABD4-4DEE-ADE4-4EAAE96309B0}"/>
              </a:ext>
            </a:extLst>
          </p:cNvPr>
          <p:cNvSpPr>
            <a:spLocks noGrp="1"/>
          </p:cNvSpPr>
          <p:nvPr/>
        </p:nvSpPr>
        <p:spPr>
          <a:xfrm>
            <a:off x="5219700" y="4876800"/>
            <a:ext cx="6362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调用花型，调整相对时间与点位；</a:t>
            </a:r>
          </a:p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放入节目后，成为具体编排片段。</a:t>
            </a:r>
          </a:p>
        </p:txBody>
      </p:sp>
      <p:sp>
        <p:nvSpPr>
          <p:cNvPr id="26" name="第四版文本_151">
            <a:extLst>
              <a:ext uri="{FF2B5EF4-FFF2-40B4-BE49-F238E27FC236}">
                <a16:creationId xmlns:a16="http://schemas.microsoft.com/office/drawing/2014/main" id="{E02EFF1C-61FA-46D2-BF1F-1F779D5A87AA}"/>
              </a:ext>
            </a:extLst>
          </p:cNvPr>
          <p:cNvSpPr>
            <a:spLocks noGrp="1"/>
          </p:cNvSpPr>
          <p:nvPr/>
        </p:nvSpPr>
        <p:spPr>
          <a:xfrm>
            <a:off x="5219700" y="5924550"/>
            <a:ext cx="6362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已排好的片段也能保存回模板库，继续复用。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可视化编排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节目交付：分段调整后编译导演三表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597536-9274-4612-AFB6-B77FA025D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33588"/>
            <a:ext cx="8229600" cy="1885950"/>
          </a:xfrm>
          <a:prstGeom prst="rect">
            <a:avLst/>
          </a:prstGeom>
        </p:spPr>
      </p:pic>
      <p:sp>
        <p:nvSpPr>
          <p:cNvPr id="7" name="第四版文本_152">
            <a:extLst>
              <a:ext uri="{FF2B5EF4-FFF2-40B4-BE49-F238E27FC236}">
                <a16:creationId xmlns:a16="http://schemas.microsoft.com/office/drawing/2014/main" id="{78DA65DF-5A3E-49ED-B3BE-706A0961916C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8229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B11 时间线 · 音乐段落、点位与片段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2AAF36-4A88-4C61-8D19-9C492F879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58300" y="1440125"/>
            <a:ext cx="2324100" cy="3511026"/>
          </a:xfrm>
          <a:prstGeom prst="rect">
            <a:avLst/>
          </a:prstGeom>
        </p:spPr>
      </p:pic>
      <p:sp>
        <p:nvSpPr>
          <p:cNvPr id="9" name="第四版文本_153">
            <a:extLst>
              <a:ext uri="{FF2B5EF4-FFF2-40B4-BE49-F238E27FC236}">
                <a16:creationId xmlns:a16="http://schemas.microsoft.com/office/drawing/2014/main" id="{5384D003-3825-473F-A80A-9EDA523EB052}"/>
              </a:ext>
            </a:extLst>
          </p:cNvPr>
          <p:cNvSpPr>
            <a:spLocks noGrp="1"/>
          </p:cNvSpPr>
          <p:nvPr/>
        </p:nvSpPr>
        <p:spPr>
          <a:xfrm>
            <a:off x="9258300" y="5000625"/>
            <a:ext cx="2324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历史导演交付界面</a:t>
            </a:r>
          </a:p>
        </p:txBody>
      </p:sp>
      <p:sp>
        <p:nvSpPr>
          <p:cNvPr id="10" name="关系_154">
            <a:extLst>
              <a:ext uri="{FF2B5EF4-FFF2-40B4-BE49-F238E27FC236}">
                <a16:creationId xmlns:a16="http://schemas.microsoft.com/office/drawing/2014/main" id="{14DC4129-613A-44DD-804A-B2E3D3A8A1FA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2578894" cy="5238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1" name="第四版文本_155">
            <a:extLst>
              <a:ext uri="{FF2B5EF4-FFF2-40B4-BE49-F238E27FC236}">
                <a16:creationId xmlns:a16="http://schemas.microsoft.com/office/drawing/2014/main" id="{8494D535-4105-400D-A86A-555D937D8FEC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2426494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按音乐分段调整</a:t>
            </a:r>
          </a:p>
        </p:txBody>
      </p:sp>
      <p:sp>
        <p:nvSpPr>
          <p:cNvPr id="12" name="第四版文本_156">
            <a:extLst>
              <a:ext uri="{FF2B5EF4-FFF2-40B4-BE49-F238E27FC236}">
                <a16:creationId xmlns:a16="http://schemas.microsoft.com/office/drawing/2014/main" id="{00D879EF-3C7A-489B-BA9D-930409155759}"/>
              </a:ext>
            </a:extLst>
          </p:cNvPr>
          <p:cNvSpPr>
            <a:spLocks noGrp="1"/>
          </p:cNvSpPr>
          <p:nvPr/>
        </p:nvSpPr>
        <p:spPr>
          <a:xfrm>
            <a:off x="3198019" y="53244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3" name="关系_157">
            <a:extLst>
              <a:ext uri="{FF2B5EF4-FFF2-40B4-BE49-F238E27FC236}">
                <a16:creationId xmlns:a16="http://schemas.microsoft.com/office/drawing/2014/main" id="{670910EA-CB21-4EC8-A7CA-3C4765DC66AE}"/>
              </a:ext>
            </a:extLst>
          </p:cNvPr>
          <p:cNvSpPr>
            <a:spLocks noGrp="1"/>
          </p:cNvSpPr>
          <p:nvPr/>
        </p:nvSpPr>
        <p:spPr>
          <a:xfrm>
            <a:off x="3407569" y="5210175"/>
            <a:ext cx="2578894" cy="5238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4" name="第四版文本_158">
            <a:extLst>
              <a:ext uri="{FF2B5EF4-FFF2-40B4-BE49-F238E27FC236}">
                <a16:creationId xmlns:a16="http://schemas.microsoft.com/office/drawing/2014/main" id="{AF24BC30-F7B8-4A15-84D0-01833F88848C}"/>
              </a:ext>
            </a:extLst>
          </p:cNvPr>
          <p:cNvSpPr>
            <a:spLocks noGrp="1"/>
          </p:cNvSpPr>
          <p:nvPr/>
        </p:nvSpPr>
        <p:spPr>
          <a:xfrm>
            <a:off x="3483769" y="5334000"/>
            <a:ext cx="2426494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生成导演三表</a:t>
            </a:r>
          </a:p>
        </p:txBody>
      </p:sp>
      <p:sp>
        <p:nvSpPr>
          <p:cNvPr id="15" name="第四版文本_159">
            <a:extLst>
              <a:ext uri="{FF2B5EF4-FFF2-40B4-BE49-F238E27FC236}">
                <a16:creationId xmlns:a16="http://schemas.microsoft.com/office/drawing/2014/main" id="{A8A4C483-69E7-4E75-8936-8A3296C80BF9}"/>
              </a:ext>
            </a:extLst>
          </p:cNvPr>
          <p:cNvSpPr>
            <a:spLocks noGrp="1"/>
          </p:cNvSpPr>
          <p:nvPr/>
        </p:nvSpPr>
        <p:spPr>
          <a:xfrm>
            <a:off x="5995988" y="53244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6" name="关系_160">
            <a:extLst>
              <a:ext uri="{FF2B5EF4-FFF2-40B4-BE49-F238E27FC236}">
                <a16:creationId xmlns:a16="http://schemas.microsoft.com/office/drawing/2014/main" id="{41E95596-DC8E-4F44-893C-A691945EC020}"/>
              </a:ext>
            </a:extLst>
          </p:cNvPr>
          <p:cNvSpPr>
            <a:spLocks noGrp="1"/>
          </p:cNvSpPr>
          <p:nvPr/>
        </p:nvSpPr>
        <p:spPr>
          <a:xfrm>
            <a:off x="6205538" y="5210175"/>
            <a:ext cx="2578894" cy="5238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17" name="第四版文本_161">
            <a:extLst>
              <a:ext uri="{FF2B5EF4-FFF2-40B4-BE49-F238E27FC236}">
                <a16:creationId xmlns:a16="http://schemas.microsoft.com/office/drawing/2014/main" id="{E68C63F5-1018-42D0-B66D-80DDD9A04496}"/>
              </a:ext>
            </a:extLst>
          </p:cNvPr>
          <p:cNvSpPr>
            <a:spLocks noGrp="1"/>
          </p:cNvSpPr>
          <p:nvPr/>
        </p:nvSpPr>
        <p:spPr>
          <a:xfrm>
            <a:off x="6281738" y="5334000"/>
            <a:ext cx="2426494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核对目标并确认</a:t>
            </a:r>
          </a:p>
        </p:txBody>
      </p:sp>
      <p:sp>
        <p:nvSpPr>
          <p:cNvPr id="18" name="第四版文本_162">
            <a:extLst>
              <a:ext uri="{FF2B5EF4-FFF2-40B4-BE49-F238E27FC236}">
                <a16:creationId xmlns:a16="http://schemas.microsoft.com/office/drawing/2014/main" id="{EB3DFBCE-8B6F-4A06-97DB-476A24CD1095}"/>
              </a:ext>
            </a:extLst>
          </p:cNvPr>
          <p:cNvSpPr>
            <a:spLocks noGrp="1"/>
          </p:cNvSpPr>
          <p:nvPr/>
        </p:nvSpPr>
        <p:spPr>
          <a:xfrm>
            <a:off x="8793956" y="5324475"/>
            <a:ext cx="200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9" name="关系_163">
            <a:extLst>
              <a:ext uri="{FF2B5EF4-FFF2-40B4-BE49-F238E27FC236}">
                <a16:creationId xmlns:a16="http://schemas.microsoft.com/office/drawing/2014/main" id="{F88AD98B-F644-47FB-8304-C1496DCE34CB}"/>
              </a:ext>
            </a:extLst>
          </p:cNvPr>
          <p:cNvSpPr>
            <a:spLocks noGrp="1"/>
          </p:cNvSpPr>
          <p:nvPr/>
        </p:nvSpPr>
        <p:spPr>
          <a:xfrm>
            <a:off x="9003506" y="5210175"/>
            <a:ext cx="2578894" cy="523875"/>
          </a:xfrm>
          <a:prstGeom prst="rect">
            <a:avLst/>
          </a:prstGeom>
          <a:solidFill>
            <a:srgbClr val="0FF796">
              <a:alpha val="4500"/>
            </a:srgbClr>
          </a:solidFill>
          <a:ln w="9525">
            <a:solidFill>
              <a:srgbClr val="0FF796">
                <a:alpha val="25000"/>
              </a:srgbClr>
            </a:solidFill>
          </a:ln>
        </p:spPr>
      </p:sp>
      <p:sp>
        <p:nvSpPr>
          <p:cNvPr id="20" name="第四版文本_164">
            <a:extLst>
              <a:ext uri="{FF2B5EF4-FFF2-40B4-BE49-F238E27FC236}">
                <a16:creationId xmlns:a16="http://schemas.microsoft.com/office/drawing/2014/main" id="{1CB3A76D-D5D1-43A0-BC4F-DFE3284059E5}"/>
              </a:ext>
            </a:extLst>
          </p:cNvPr>
          <p:cNvSpPr>
            <a:spLocks noGrp="1"/>
          </p:cNvSpPr>
          <p:nvPr/>
        </p:nvSpPr>
        <p:spPr>
          <a:xfrm>
            <a:off x="9079706" y="5334000"/>
            <a:ext cx="2426494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写入与读回</a:t>
            </a:r>
          </a:p>
        </p:txBody>
      </p:sp>
      <p:sp>
        <p:nvSpPr>
          <p:cNvPr id="21" name="第四版文本_165">
            <a:extLst>
              <a:ext uri="{FF2B5EF4-FFF2-40B4-BE49-F238E27FC236}">
                <a16:creationId xmlns:a16="http://schemas.microsoft.com/office/drawing/2014/main" id="{925324DA-819C-4390-A18D-2CC195DBBA5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同一份节目保留平台与画质筛选，导演蓝图按条件播放。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57E3D2F7-3F64-401F-802E-3D2F7A564F9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02 · 解决思路 · 汇总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B1854A2-CA54-4E1D-93D7-1E4C1D0B467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整体流程：制作、交付与编排形成连续链路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C4F6BAFD-3573-445C-BE24-83762097F17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25C3A67-05BE-4A74-9B66-79C90EB1D453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94787-A50B-4DBD-8C49-AA0F90B3A51A}"/>
              </a:ext>
            </a:extLst>
          </p:cNvPr>
          <p:cNvSpPr>
            <a:spLocks noGrp="1"/>
          </p:cNvSpPr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D8302-FACA-4165-939D-ECF8515053C8}"/>
              </a:ext>
            </a:extLst>
          </p:cNvPr>
          <p:cNvSpPr>
            <a:spLocks noGrp="1"/>
          </p:cNvSpPr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A50378-D7E8-47E8-86B1-37C7F6910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61EE1D-2B73-474C-A3C8-3D3F3E1DF970}"/>
              </a:ext>
            </a:extLst>
          </p:cNvPr>
          <p:cNvSpPr>
            <a:spLocks noGrp="1"/>
          </p:cNvSpPr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source_tag">
            <a:extLst>
              <a:ext uri="{FF2B5EF4-FFF2-40B4-BE49-F238E27FC236}">
                <a16:creationId xmlns:a16="http://schemas.microsoft.com/office/drawing/2014/main" id="{DF3F348C-BAA2-4F1B-88C5-8103968BE73E}"/>
              </a:ext>
            </a:extLst>
          </p:cNvPr>
          <p:cNvSpPr>
            <a:spLocks noGrp="1"/>
          </p:cNvSpPr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D7C98-9A5F-40A3-AC1C-235976363180}"/>
              </a:ext>
            </a:extLst>
          </p:cNvPr>
          <p:cNvSpPr>
            <a:spLocks noGrp="1"/>
          </p:cNvSpPr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做效果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F75355-99CB-4B59-9AB3-2DC467543BE1}"/>
              </a:ext>
            </a:extLst>
          </p:cNvPr>
          <p:cNvSpPr>
            <a:spLocks noGrp="1"/>
          </p:cNvSpPr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烟花烘焙器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28B7B-A8C7-4A6A-AC3D-6B6D1606E2F5}"/>
              </a:ext>
            </a:extLst>
          </p:cNvPr>
          <p:cNvSpPr>
            <a:spLocks noGrp="1"/>
          </p:cNvSpPr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模拟火星，烘焙序列贴图，</a:t>
            </a:r>
          </a:p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一次导出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PC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与手游两套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36EB2A98-4967-4CA5-BB54-1ABD31C20BA0}"/>
              </a:ext>
            </a:extLst>
          </p:cNvPr>
          <p:cNvSpPr>
            <a:spLocks noGrp="1"/>
          </p:cNvSpPr>
          <p:nvPr/>
        </p:nv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E36635-503D-4878-8FAE-4C36EFB62088}"/>
              </a:ext>
            </a:extLst>
          </p:cNvPr>
          <p:cNvSpPr>
            <a:spLocks noGrp="1"/>
          </p:cNvSpPr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素材包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F3177C-6BBE-4FDC-8527-FA3AA6561A2D}"/>
              </a:ext>
            </a:extLst>
          </p:cNvPr>
          <p:cNvSpPr>
            <a:spLocks noGrp="1"/>
          </p:cNvSpPr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02C954-8366-45F6-B721-31FF3FA68FEA}"/>
              </a:ext>
            </a:extLst>
          </p:cNvPr>
          <p:cNvSpPr>
            <a:spLocks noGrp="1"/>
          </p:cNvSpPr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E16449-9B13-428F-8D51-7BC390EED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C95B6AA-F5EB-4107-A34F-B2938626F53B}"/>
              </a:ext>
            </a:extLst>
          </p:cNvPr>
          <p:cNvSpPr>
            <a:spLocks noGrp="1"/>
          </p:cNvSpPr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source_tag">
            <a:extLst>
              <a:ext uri="{FF2B5EF4-FFF2-40B4-BE49-F238E27FC236}">
                <a16:creationId xmlns:a16="http://schemas.microsoft.com/office/drawing/2014/main" id="{1CA11733-923B-4DB3-A7C0-91824DB9AF29}"/>
              </a:ext>
            </a:extLst>
          </p:cNvPr>
          <p:cNvSpPr>
            <a:spLocks noGrp="1"/>
          </p:cNvSpPr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616AEE-4534-4F7E-AFB4-079CACDE884C}"/>
              </a:ext>
            </a:extLst>
          </p:cNvPr>
          <p:cNvSpPr>
            <a:spLocks noGrp="1"/>
          </p:cNvSpPr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进引擎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A80615-DFEA-4BAF-B23B-C49228C9EC82}"/>
              </a:ext>
            </a:extLst>
          </p:cNvPr>
          <p:cNvSpPr>
            <a:spLocks noGrp="1"/>
          </p:cNvSpPr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导入器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8823E0-B80A-4808-9C25-51705D73CCA0}"/>
              </a:ext>
            </a:extLst>
          </p:cNvPr>
          <p:cNvSpPr>
            <a:spLocks noGrp="1"/>
          </p:cNvSpPr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读取素材包，按规范设置，</a:t>
            </a:r>
          </a:p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检查后写入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</a:p>
        </p:txBody>
      </p:sp>
      <p:sp>
        <p:nvSpPr>
          <p:cNvPr id="24" name="Connector 23">
            <a:extLst>
              <a:ext uri="{FF2B5EF4-FFF2-40B4-BE49-F238E27FC236}">
                <a16:creationId xmlns:a16="http://schemas.microsoft.com/office/drawing/2014/main" id="{80A3045E-87A9-417A-BA76-C01B6515A1FD}"/>
              </a:ext>
            </a:extLst>
          </p:cNvPr>
          <p:cNvSpPr>
            <a:spLocks noGrp="1"/>
          </p:cNvSpPr>
          <p:nvPr/>
        </p:nv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2E4E7D-F3E3-4E37-BDAC-6ED279BD8D3A}"/>
              </a:ext>
            </a:extLst>
          </p:cNvPr>
          <p:cNvSpPr>
            <a:spLocks noGrp="1"/>
          </p:cNvSpPr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资产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E47C0A-FE90-4A20-B468-F87A22438A7A}"/>
              </a:ext>
            </a:extLst>
          </p:cNvPr>
          <p:cNvSpPr>
            <a:spLocks noGrp="1"/>
          </p:cNvSpPr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E8CAD7-E214-4CF4-99D3-B43B8CA7F518}"/>
              </a:ext>
            </a:extLst>
          </p:cNvPr>
          <p:cNvSpPr>
            <a:spLocks noGrp="1"/>
          </p:cNvSpPr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85D7AC-0FA0-44A8-A13A-91A6D7BB8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38152EF-4469-408E-B287-614FA84572E9}"/>
              </a:ext>
            </a:extLst>
          </p:cNvPr>
          <p:cNvSpPr>
            <a:spLocks noGrp="1"/>
          </p:cNvSpPr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source_tag">
            <a:extLst>
              <a:ext uri="{FF2B5EF4-FFF2-40B4-BE49-F238E27FC236}">
                <a16:creationId xmlns:a16="http://schemas.microsoft.com/office/drawing/2014/main" id="{AF0CBE33-49F4-486D-8B39-C30F0E962C35}"/>
              </a:ext>
            </a:extLst>
          </p:cNvPr>
          <p:cNvSpPr>
            <a:spLocks noGrp="1"/>
          </p:cNvSpPr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工具界面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DC9319-603B-4032-9AB7-6B5807E829BE}"/>
              </a:ext>
            </a:extLst>
          </p:cNvPr>
          <p:cNvSpPr>
            <a:spLocks noGrp="1"/>
          </p:cNvSpPr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排节目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0C8975-4E8C-48A5-82D1-06B7B44F6FAB}"/>
              </a:ext>
            </a:extLst>
          </p:cNvPr>
          <p:cNvSpPr>
            <a:spLocks noGrp="1"/>
          </p:cNvSpPr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烟花编排工作台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9F8316-3BBD-4EA3-80CE-77EF16DE71B8}"/>
              </a:ext>
            </a:extLst>
          </p:cNvPr>
          <p:cNvSpPr>
            <a:spLocks noGrp="1"/>
          </p:cNvSpPr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按音乐时间线排布烟花，</a:t>
            </a:r>
          </a:p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生成导演表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F1D6683D-8135-437E-A00E-E2D7B0D8FF55}"/>
              </a:ext>
            </a:extLst>
          </p:cNvPr>
          <p:cNvSpPr>
            <a:spLocks noGrp="1"/>
          </p:cNvSpPr>
          <p:nvPr/>
        </p:nv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3095E7-39E4-4C56-8BFE-8C4A6AE9AC22}"/>
              </a:ext>
            </a:extLst>
          </p:cNvPr>
          <p:cNvSpPr>
            <a:spLocks noGrp="1"/>
          </p:cNvSpPr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55000"/>
                  </a:srgbClr>
                </a:solidFill>
                <a:latin typeface="Consolas"/>
                <a:ea typeface="Consolas"/>
                <a:cs typeface="Consolas"/>
              </a:rPr>
              <a:t>导演表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B72B61-46BB-4701-8A1F-D869DE7CC024}"/>
              </a:ext>
            </a:extLst>
          </p:cNvPr>
          <p:cNvSpPr>
            <a:spLocks noGrp="1"/>
          </p:cNvSpPr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16108B4-E8FD-4274-B49E-1E307B53E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C7603CF-CECB-498D-A4A5-73511756C8FD}"/>
              </a:ext>
            </a:extLst>
          </p:cNvPr>
          <p:cNvSpPr>
            <a:spLocks noGrp="1"/>
          </p:cNvSpPr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source_tag">
            <a:extLst>
              <a:ext uri="{FF2B5EF4-FFF2-40B4-BE49-F238E27FC236}">
                <a16:creationId xmlns:a16="http://schemas.microsoft.com/office/drawing/2014/main" id="{FB2B655C-500A-497B-98DC-4C64103304FE}"/>
              </a:ext>
            </a:extLst>
          </p:cNvPr>
          <p:cNvSpPr>
            <a:spLocks noGrp="1"/>
          </p:cNvSpPr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439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实机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8CE110-906D-4293-8F5C-6EEF1741C119}"/>
              </a:ext>
            </a:extLst>
          </p:cNvPr>
          <p:cNvSpPr>
            <a:spLocks noGrp="1"/>
          </p:cNvSpPr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  <a:r>
              <a:rPr sz="1200" b="1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spc="100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播放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3BA300-B7F1-47A5-8A51-E9DD72AA714B}"/>
              </a:ext>
            </a:extLst>
          </p:cNvPr>
          <p:cNvSpPr>
            <a:spLocks noGrp="1"/>
          </p:cNvSpPr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80"/>
              </a:lnSpc>
              <a:buNone/>
            </a:pP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UE</a:t>
            </a:r>
            <a:r>
              <a:rPr sz="1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导演蓝图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795470-2914-4522-BB50-0E4E3D833596}"/>
              </a:ext>
            </a:extLst>
          </p:cNvPr>
          <p:cNvSpPr>
            <a:spLocks noGrp="1"/>
          </p:cNvSpPr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一个蓝图按子模板、模板、</a:t>
            </a:r>
          </a:p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70000"/>
                  </a:srgbClr>
                </a:solidFill>
                <a:latin typeface="Consolas"/>
                <a:ea typeface="Consolas"/>
                <a:cs typeface="Consolas"/>
              </a:rPr>
              <a:t>时序三张表播放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CAD468D-43B9-467B-BE52-2A781BD096EC}"/>
              </a:ext>
            </a:extLst>
          </p:cNvPr>
          <p:cNvSpPr>
            <a:spLocks noGrp="1"/>
          </p:cNvSpPr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41A3AD-7D0D-48FB-93EA-D7B83390ED4D}"/>
              </a:ext>
            </a:extLst>
          </p:cNvPr>
          <p:cNvSpPr>
            <a:spLocks noGrp="1"/>
          </p:cNvSpPr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AAA023-A0B4-42A1-A583-D44CB1C3ED79}"/>
              </a:ext>
            </a:extLst>
          </p:cNvPr>
          <p:cNvSpPr>
            <a:spLocks noGrp="1"/>
          </p:cNvSpPr>
          <p:nvPr/>
        </p:nvSpPr>
        <p:spPr>
          <a:xfrm>
            <a:off x="863600" y="4813300"/>
            <a:ext cx="584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950">
                <a:latin typeface="微软雅黑"/>
                <a:ea typeface="微软雅黑"/>
                <a:cs typeface="微软雅黑"/>
              </a:defRPr>
            </a:defPPr>
            <a:lvl1pPr>
              <a:buNone/>
              <a:defRPr sz="195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95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95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95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95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95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95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95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95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950"/>
              </a:lnSpc>
              <a:buNone/>
              <a:defRPr sz="1950"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三项挑战，各有对应工具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62A07-754D-4D88-847E-BE7FB7933AAC}"/>
              </a:ext>
            </a:extLst>
          </p:cNvPr>
          <p:cNvSpPr>
            <a:spLocks noGrp="1"/>
          </p:cNvSpPr>
          <p:nvPr/>
        </p:nvSpPr>
        <p:spPr>
          <a:xfrm>
            <a:off x="863600" y="5168900"/>
            <a:ext cx="584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规模：模板复用    一致性：规范交付</a:t>
            </a:r>
          </a:p>
          <a:p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编排：片段复用与可视化调整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A92361D-0C85-41A8-A2E6-9D60031A8079}"/>
              </a:ext>
            </a:extLst>
          </p:cNvPr>
          <p:cNvSpPr>
            <a:spLocks noGrp="1"/>
          </p:cNvSpPr>
          <p:nvPr/>
        </p:nvSpPr>
        <p:spPr>
          <a:xfrm>
            <a:off x="863600" y="5842000"/>
            <a:ext cx="3429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5BF9BE-09CD-43A9-9096-11B20C09866F}"/>
              </a:ext>
            </a:extLst>
          </p:cNvPr>
          <p:cNvSpPr>
            <a:spLocks noGrp="1"/>
          </p:cNvSpPr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28551A-6E4B-42DD-97EF-663BD049E23B}"/>
              </a:ext>
            </a:extLst>
          </p:cNvPr>
          <p:cNvSpPr>
            <a:spLocks noGrp="1"/>
          </p:cNvSpPr>
          <p:nvPr/>
        </p:nvSpPr>
        <p:spPr>
          <a:xfrm>
            <a:off x="7569200" y="48133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8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18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8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8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8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8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8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8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8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8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950"/>
              </a:lnSpc>
              <a:buNone/>
              <a:defRPr sz="1800"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固定格式连接每一步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DDAE8A-8C0E-4F65-9CAB-16C4788C1CA0}"/>
              </a:ext>
            </a:extLst>
          </p:cNvPr>
          <p:cNvSpPr>
            <a:spLocks noGrp="1"/>
          </p:cNvSpPr>
          <p:nvPr/>
        </p:nvSpPr>
        <p:spPr>
          <a:xfrm>
            <a:off x="7569200" y="516890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650">
                <a:latin typeface="微软雅黑"/>
                <a:ea typeface="微软雅黑"/>
                <a:cs typeface="微软雅黑"/>
              </a:defRPr>
            </a:defPPr>
            <a:lvl1pPr>
              <a:buNone/>
              <a:defRPr sz="165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165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165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165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165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165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165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165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165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素材包与导演表连接工具，</a:t>
            </a:r>
          </a:p>
          <a:p>
            <a:pPr algn="l">
              <a:lnSpc>
                <a:spcPts val="2080"/>
              </a:lnSpc>
              <a:buNone/>
              <a:defRPr sz="1650"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最终仍以 UE 试放与验收为准。</a:t>
            </a:r>
          </a:p>
        </p:txBody>
      </p:sp>
    </p:spTree>
    <p:extLst>
      <p:ext uri="{BB962C8B-B14F-4D97-AF65-F5344CB8AC3E}">
        <p14:creationId xmlns:p14="http://schemas.microsoft.com/office/powerpoint/2010/main" val="96674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规模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资源成果：PC 与手游的跨年 3.0 素材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79053E-14B7-49AD-89DD-60FF7CEE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14475"/>
            <a:ext cx="1809750" cy="1809750"/>
          </a:xfrm>
          <a:prstGeom prst="rect">
            <a:avLst/>
          </a:prstGeom>
        </p:spPr>
      </p:pic>
      <p:sp>
        <p:nvSpPr>
          <p:cNvPr id="7" name="第四版文本_166">
            <a:extLst>
              <a:ext uri="{FF2B5EF4-FFF2-40B4-BE49-F238E27FC236}">
                <a16:creationId xmlns:a16="http://schemas.microsoft.com/office/drawing/2014/main" id="{0CE5C0D7-0F93-4ED4-918A-7D384BB28D35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2305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小金花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8290E1-8A81-4D44-BB3E-0FEBFAAD0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29000" y="1514475"/>
            <a:ext cx="1809750" cy="1809750"/>
          </a:xfrm>
          <a:prstGeom prst="rect">
            <a:avLst/>
          </a:prstGeom>
        </p:spPr>
      </p:pic>
      <p:sp>
        <p:nvSpPr>
          <p:cNvPr id="9" name="第四版文本_167">
            <a:extLst>
              <a:ext uri="{FF2B5EF4-FFF2-40B4-BE49-F238E27FC236}">
                <a16:creationId xmlns:a16="http://schemas.microsoft.com/office/drawing/2014/main" id="{ACB42612-B0B4-41CD-9B74-77B1204D3CBE}"/>
              </a:ext>
            </a:extLst>
          </p:cNvPr>
          <p:cNvSpPr>
            <a:spLocks noGrp="1"/>
          </p:cNvSpPr>
          <p:nvPr/>
        </p:nvSpPr>
        <p:spPr>
          <a:xfrm>
            <a:off x="3181350" y="3324225"/>
            <a:ext cx="2305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银白菊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A994BD0-2DC2-4F90-89D0-C5A6753DD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3691520"/>
            <a:ext cx="2305050" cy="1780011"/>
          </a:xfrm>
          <a:prstGeom prst="rect">
            <a:avLst/>
          </a:prstGeom>
        </p:spPr>
      </p:pic>
      <p:sp>
        <p:nvSpPr>
          <p:cNvPr id="11" name="第四版文本_168">
            <a:extLst>
              <a:ext uri="{FF2B5EF4-FFF2-40B4-BE49-F238E27FC236}">
                <a16:creationId xmlns:a16="http://schemas.microsoft.com/office/drawing/2014/main" id="{80F422D7-ECC2-4BFF-AD8B-68A21945503E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2305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升空尾缀 · UE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C75030-5D1A-411F-9F43-2A5274ADB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630083" y="3676650"/>
            <a:ext cx="1407583" cy="1809750"/>
          </a:xfrm>
          <a:prstGeom prst="rect">
            <a:avLst/>
          </a:prstGeom>
        </p:spPr>
      </p:pic>
      <p:sp>
        <p:nvSpPr>
          <p:cNvPr id="13" name="第四版文本_169">
            <a:extLst>
              <a:ext uri="{FF2B5EF4-FFF2-40B4-BE49-F238E27FC236}">
                <a16:creationId xmlns:a16="http://schemas.microsoft.com/office/drawing/2014/main" id="{14194690-201C-4B9E-94AC-3567795EDB81}"/>
              </a:ext>
            </a:extLst>
          </p:cNvPr>
          <p:cNvSpPr>
            <a:spLocks noGrp="1"/>
          </p:cNvSpPr>
          <p:nvPr/>
        </p:nvSpPr>
        <p:spPr>
          <a:xfrm>
            <a:off x="3181350" y="5486400"/>
            <a:ext cx="2305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窜天猴 · 工具回放</a:t>
            </a:r>
          </a:p>
        </p:txBody>
      </p:sp>
      <p:sp>
        <p:nvSpPr>
          <p:cNvPr id="14" name="第四版文本_170">
            <a:extLst>
              <a:ext uri="{FF2B5EF4-FFF2-40B4-BE49-F238E27FC236}">
                <a16:creationId xmlns:a16="http://schemas.microsoft.com/office/drawing/2014/main" id="{A0CB5323-BBC8-4DFD-B6C6-6A687BB21911}"/>
              </a:ext>
            </a:extLst>
          </p:cNvPr>
          <p:cNvSpPr>
            <a:spLocks noGrp="1"/>
          </p:cNvSpPr>
          <p:nvPr/>
        </p:nvSpPr>
        <p:spPr>
          <a:xfrm>
            <a:off x="6219825" y="1533525"/>
            <a:ext cx="53625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球花、扇形与配套组件统一交付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C97F64E-1CF2-4FA5-B96A-19AA6A5FEA0D}"/>
              </a:ext>
            </a:extLst>
          </p:cNvPr>
          <p:cNvGraphicFramePr/>
          <p:nvPr/>
        </p:nvGraphicFramePr>
        <p:xfrm>
          <a:off x="6219825" y="2238375"/>
          <a:ext cx="5362575" cy="25050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5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内容范围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引用贴图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 个花名</a:t>
                      </a:r>
                    </a:p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档尾缀与窜天猴组件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179 张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0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手游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个花名</a:t>
                      </a:r>
                    </a:p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档尾缀与窜天猴组件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 张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关系_171">
            <a:extLst>
              <a:ext uri="{FF2B5EF4-FFF2-40B4-BE49-F238E27FC236}">
                <a16:creationId xmlns:a16="http://schemas.microsoft.com/office/drawing/2014/main" id="{46187613-B29F-46A2-9F52-CF33798D262B}"/>
              </a:ext>
            </a:extLst>
          </p:cNvPr>
          <p:cNvSpPr>
            <a:spLocks noGrp="1"/>
          </p:cNvSpPr>
          <p:nvPr/>
        </p:nvSpPr>
        <p:spPr>
          <a:xfrm>
            <a:off x="6219825" y="4962525"/>
            <a:ext cx="5362575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17" name="第四版文本_172">
            <a:extLst>
              <a:ext uri="{FF2B5EF4-FFF2-40B4-BE49-F238E27FC236}">
                <a16:creationId xmlns:a16="http://schemas.microsoft.com/office/drawing/2014/main" id="{B83158D1-E66A-4C4A-A6E9-A7D288F310D6}"/>
              </a:ext>
            </a:extLst>
          </p:cNvPr>
          <p:cNvSpPr>
            <a:spLocks noGrp="1"/>
          </p:cNvSpPr>
          <p:nvPr/>
        </p:nvSpPr>
        <p:spPr>
          <a:xfrm>
            <a:off x="6219825" y="5229225"/>
            <a:ext cx="53625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统一素材格式，按平台提供对应资源。</a:t>
            </a:r>
          </a:p>
        </p:txBody>
      </p:sp>
      <p:sp>
        <p:nvSpPr>
          <p:cNvPr id="18" name="第四版文本_173">
            <a:extLst>
              <a:ext uri="{FF2B5EF4-FFF2-40B4-BE49-F238E27FC236}">
                <a16:creationId xmlns:a16="http://schemas.microsoft.com/office/drawing/2014/main" id="{A462303F-95CF-484D-8997-8178F9C0867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引用贴图含各 LOD 与辅助图；两平台共享 46 张，合并去重为 212 张。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编排与交付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流程成果：节目可分段修订，接入可批量复核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754C2F-4FC2-4DFB-9617-96CF901F2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18476"/>
            <a:ext cx="6505575" cy="3382899"/>
          </a:xfrm>
          <a:prstGeom prst="rect">
            <a:avLst/>
          </a:prstGeom>
        </p:spPr>
      </p:pic>
      <p:sp>
        <p:nvSpPr>
          <p:cNvPr id="7" name="第四版文本_174">
            <a:extLst>
              <a:ext uri="{FF2B5EF4-FFF2-40B4-BE49-F238E27FC236}">
                <a16:creationId xmlns:a16="http://schemas.microsoft.com/office/drawing/2014/main" id="{7FA40695-C8A2-4860-8B2A-58C40E0F2E60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6505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已有 UE 秀场回放</a:t>
            </a:r>
          </a:p>
        </p:txBody>
      </p:sp>
      <p:sp>
        <p:nvSpPr>
          <p:cNvPr id="8" name="第四版文本_175">
            <a:extLst>
              <a:ext uri="{FF2B5EF4-FFF2-40B4-BE49-F238E27FC236}">
                <a16:creationId xmlns:a16="http://schemas.microsoft.com/office/drawing/2014/main" id="{FBC3FD5E-4EB1-41EC-AF01-EE07EE3BC5FE}"/>
              </a:ext>
            </a:extLst>
          </p:cNvPr>
          <p:cNvSpPr>
            <a:spLocks noGrp="1"/>
          </p:cNvSpPr>
          <p:nvPr/>
        </p:nvSpPr>
        <p:spPr>
          <a:xfrm>
            <a:off x="7677150" y="1457325"/>
            <a:ext cx="3905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编排成果</a:t>
            </a:r>
          </a:p>
        </p:txBody>
      </p:sp>
      <p:sp>
        <p:nvSpPr>
          <p:cNvPr id="9" name="第四版文本_176">
            <a:extLst>
              <a:ext uri="{FF2B5EF4-FFF2-40B4-BE49-F238E27FC236}">
                <a16:creationId xmlns:a16="http://schemas.microsoft.com/office/drawing/2014/main" id="{364EF26E-38EF-4C62-A9BC-1354B46E2A70}"/>
              </a:ext>
            </a:extLst>
          </p:cNvPr>
          <p:cNvSpPr>
            <a:spLocks noGrp="1"/>
          </p:cNvSpPr>
          <p:nvPr/>
        </p:nvSpPr>
        <p:spPr>
          <a:xfrm>
            <a:off x="7677150" y="1952625"/>
            <a:ext cx="39052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约 220 秒的节目方案</a:t>
            </a:r>
          </a:p>
          <a:p>
            <a:pPr algn="l">
              <a:lnSpc>
                <a:spcPct val="116000"/>
              </a:lnSpc>
              <a:buNone/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24 点位，双平台与多画质</a:t>
            </a:r>
          </a:p>
        </p:txBody>
      </p:sp>
      <p:sp>
        <p:nvSpPr>
          <p:cNvPr id="10" name="第四版文本_177">
            <a:extLst>
              <a:ext uri="{FF2B5EF4-FFF2-40B4-BE49-F238E27FC236}">
                <a16:creationId xmlns:a16="http://schemas.microsoft.com/office/drawing/2014/main" id="{97536F45-A038-495F-8405-7D4C38DDE305}"/>
              </a:ext>
            </a:extLst>
          </p:cNvPr>
          <p:cNvSpPr>
            <a:spLocks noGrp="1"/>
          </p:cNvSpPr>
          <p:nvPr/>
        </p:nvSpPr>
        <p:spPr>
          <a:xfrm>
            <a:off x="7677150" y="3086100"/>
            <a:ext cx="3905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改段落与片段，再重新出表，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减少逐发维护。</a:t>
            </a:r>
          </a:p>
        </p:txBody>
      </p:sp>
      <p:sp>
        <p:nvSpPr>
          <p:cNvPr id="11" name="关系_178">
            <a:extLst>
              <a:ext uri="{FF2B5EF4-FFF2-40B4-BE49-F238E27FC236}">
                <a16:creationId xmlns:a16="http://schemas.microsoft.com/office/drawing/2014/main" id="{A96F1AF7-E36A-4C79-80BF-D8098356BA26}"/>
              </a:ext>
            </a:extLst>
          </p:cNvPr>
          <p:cNvSpPr>
            <a:spLocks noGrp="1"/>
          </p:cNvSpPr>
          <p:nvPr/>
        </p:nvSpPr>
        <p:spPr>
          <a:xfrm>
            <a:off x="7677150" y="4000500"/>
            <a:ext cx="3905250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12" name="第四版文本_179">
            <a:extLst>
              <a:ext uri="{FF2B5EF4-FFF2-40B4-BE49-F238E27FC236}">
                <a16:creationId xmlns:a16="http://schemas.microsoft.com/office/drawing/2014/main" id="{45C27CDD-316E-4281-9D61-E5F0B81BA94E}"/>
              </a:ext>
            </a:extLst>
          </p:cNvPr>
          <p:cNvSpPr>
            <a:spLocks noGrp="1"/>
          </p:cNvSpPr>
          <p:nvPr/>
        </p:nvSpPr>
        <p:spPr>
          <a:xfrm>
            <a:off x="7677150" y="4324350"/>
            <a:ext cx="3905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交付成果</a:t>
            </a:r>
          </a:p>
        </p:txBody>
      </p:sp>
      <p:sp>
        <p:nvSpPr>
          <p:cNvPr id="13" name="第四版文本_180">
            <a:extLst>
              <a:ext uri="{FF2B5EF4-FFF2-40B4-BE49-F238E27FC236}">
                <a16:creationId xmlns:a16="http://schemas.microsoft.com/office/drawing/2014/main" id="{8BBCFFF0-7403-4336-9178-1A3CEB11B6D9}"/>
              </a:ext>
            </a:extLst>
          </p:cNvPr>
          <p:cNvSpPr>
            <a:spLocks noGrp="1"/>
          </p:cNvSpPr>
          <p:nvPr/>
        </p:nvSpPr>
        <p:spPr>
          <a:xfrm>
            <a:off x="7677150" y="4819650"/>
            <a:ext cx="39052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149 张贴图规范修正并读回</a:t>
            </a:r>
          </a:p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115 个资源包批量修正</a:t>
            </a:r>
          </a:p>
        </p:txBody>
      </p:sp>
      <p:sp>
        <p:nvSpPr>
          <p:cNvPr id="14" name="第四版文本_181">
            <a:extLst>
              <a:ext uri="{FF2B5EF4-FFF2-40B4-BE49-F238E27FC236}">
                <a16:creationId xmlns:a16="http://schemas.microsoft.com/office/drawing/2014/main" id="{8C1CC1A1-9E35-47F4-800D-39F076A8A061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650557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资源、配置和节目保留版本，</a:t>
            </a:r>
          </a:p>
          <a:p>
            <a:pPr algn="l">
              <a:lnSpc>
                <a:spcPct val="116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后续修改沿用同一条交付流程。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仙女棒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仙女棒：多类火星在烘焙阶段合成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UE实录替换位_182">
            <a:extLst>
              <a:ext uri="{FF2B5EF4-FFF2-40B4-BE49-F238E27FC236}">
                <a16:creationId xmlns:a16="http://schemas.microsoft.com/office/drawing/2014/main" id="{425D80A4-E583-4EF1-85C3-D7F362A8D8B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657600" cy="2057400"/>
          </a:xfrm>
          <a:prstGeom prst="rect">
            <a:avLst/>
          </a:prstGeom>
          <a:solidFill>
            <a:srgbClr val="161616"/>
          </a:solidFill>
          <a:ln w="13335">
            <a:solidFill>
              <a:srgbClr val="0FF796">
                <a:alpha val="50000"/>
              </a:srgbClr>
            </a:solidFill>
          </a:ln>
        </p:spPr>
      </p:sp>
      <p:sp>
        <p:nvSpPr>
          <p:cNvPr id="7" name="第四版文本_183">
            <a:extLst>
              <a:ext uri="{FF2B5EF4-FFF2-40B4-BE49-F238E27FC236}">
                <a16:creationId xmlns:a16="http://schemas.microsoft.com/office/drawing/2014/main" id="{91EECC87-149A-466A-974C-78C2427EDF63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3276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UE 实录位</a:t>
            </a:r>
          </a:p>
        </p:txBody>
      </p:sp>
      <p:sp>
        <p:nvSpPr>
          <p:cNvPr id="8" name="第四版文本_184">
            <a:extLst>
              <a:ext uri="{FF2B5EF4-FFF2-40B4-BE49-F238E27FC236}">
                <a16:creationId xmlns:a16="http://schemas.microsoft.com/office/drawing/2014/main" id="{A46FB1C3-E1CA-43A2-A136-A4C1C2A1F417}"/>
              </a:ext>
            </a:extLst>
          </p:cNvPr>
          <p:cNvSpPr>
            <a:spLocks noGrp="1"/>
          </p:cNvSpPr>
          <p:nvPr/>
        </p:nvSpPr>
        <p:spPr>
          <a:xfrm>
            <a:off x="800100" y="248602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由讲者放入实际试放视频</a:t>
            </a:r>
          </a:p>
        </p:txBody>
      </p:sp>
      <p:sp>
        <p:nvSpPr>
          <p:cNvPr id="9" name="第四版文本_185">
            <a:extLst>
              <a:ext uri="{FF2B5EF4-FFF2-40B4-BE49-F238E27FC236}">
                <a16:creationId xmlns:a16="http://schemas.microsoft.com/office/drawing/2014/main" id="{9942412A-6CD7-4638-8185-EAD75F339F9B}"/>
              </a:ext>
            </a:extLst>
          </p:cNvPr>
          <p:cNvSpPr>
            <a:spLocks noGrp="1"/>
          </p:cNvSpPr>
          <p:nvPr/>
        </p:nvSpPr>
        <p:spPr>
          <a:xfrm>
            <a:off x="4705350" y="1438275"/>
            <a:ext cx="2095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4650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4650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13 → 1</a:t>
            </a:r>
          </a:p>
        </p:txBody>
      </p:sp>
      <p:sp>
        <p:nvSpPr>
          <p:cNvPr id="10" name="第四版文本_186">
            <a:extLst>
              <a:ext uri="{FF2B5EF4-FFF2-40B4-BE49-F238E27FC236}">
                <a16:creationId xmlns:a16="http://schemas.microsoft.com/office/drawing/2014/main" id="{ECCEDF69-E621-4B7B-BBE4-9ED09B95FA7A}"/>
              </a:ext>
            </a:extLst>
          </p:cNvPr>
          <p:cNvSpPr>
            <a:spLocks noGrp="1"/>
          </p:cNvSpPr>
          <p:nvPr/>
        </p:nvSpPr>
        <p:spPr>
          <a:xfrm>
            <a:off x="7296150" y="1457325"/>
            <a:ext cx="428625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通用母子分叉</a:t>
            </a:r>
          </a:p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每平台 1 个 Main、1 张主序列</a:t>
            </a:r>
          </a:p>
        </p:txBody>
      </p:sp>
      <p:sp>
        <p:nvSpPr>
          <p:cNvPr id="11" name="第四版文本_187">
            <a:extLst>
              <a:ext uri="{FF2B5EF4-FFF2-40B4-BE49-F238E27FC236}">
                <a16:creationId xmlns:a16="http://schemas.microsoft.com/office/drawing/2014/main" id="{A13A25CE-F0B7-4D45-89E6-017D78B55D5E}"/>
              </a:ext>
            </a:extLst>
          </p:cNvPr>
          <p:cNvSpPr>
            <a:spLocks noGrp="1"/>
          </p:cNvSpPr>
          <p:nvPr/>
        </p:nvSpPr>
        <p:spPr>
          <a:xfrm>
            <a:off x="4705350" y="2638425"/>
            <a:ext cx="68770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母粒事件绑定子粒，继承运动与多级分叉。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Ramp 与 Cutout 仍分别输出。</a:t>
            </a:r>
          </a:p>
        </p:txBody>
      </p:sp>
      <p:sp>
        <p:nvSpPr>
          <p:cNvPr id="12" name="第四版文本_188">
            <a:extLst>
              <a:ext uri="{FF2B5EF4-FFF2-40B4-BE49-F238E27FC236}">
                <a16:creationId xmlns:a16="http://schemas.microsoft.com/office/drawing/2014/main" id="{46D9AD38-9549-42C7-8A07-63C5DDE81C98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8229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历史单层独看 · 4.9.84（时刻不同，各图独立缩放）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B6324A8-19D5-4725-826F-29A647EB4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4850" y="4048125"/>
            <a:ext cx="838200" cy="838200"/>
          </a:xfrm>
          <a:prstGeom prst="rect">
            <a:avLst/>
          </a:prstGeom>
        </p:spPr>
      </p:pic>
      <p:sp>
        <p:nvSpPr>
          <p:cNvPr id="14" name="第四版文本_189">
            <a:extLst>
              <a:ext uri="{FF2B5EF4-FFF2-40B4-BE49-F238E27FC236}">
                <a16:creationId xmlns:a16="http://schemas.microsoft.com/office/drawing/2014/main" id="{43F48888-D720-420C-A6FA-7C1E603E65D9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核心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E6C2F2F-68B6-4A8F-A679-D07806265B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895475" y="4048125"/>
            <a:ext cx="838200" cy="838200"/>
          </a:xfrm>
          <a:prstGeom prst="rect">
            <a:avLst/>
          </a:prstGeom>
        </p:spPr>
      </p:pic>
      <p:sp>
        <p:nvSpPr>
          <p:cNvPr id="16" name="第四版文本_190">
            <a:extLst>
              <a:ext uri="{FF2B5EF4-FFF2-40B4-BE49-F238E27FC236}">
                <a16:creationId xmlns:a16="http://schemas.microsoft.com/office/drawing/2014/main" id="{DA4A0DD0-913C-49FC-A193-0A6E215020F2}"/>
              </a:ext>
            </a:extLst>
          </p:cNvPr>
          <p:cNvSpPr>
            <a:spLocks noGrp="1"/>
          </p:cNvSpPr>
          <p:nvPr/>
        </p:nvSpPr>
        <p:spPr>
          <a:xfrm>
            <a:off x="1800225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细丝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1F7D632-AA40-4323-AFED-97331C307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086100" y="4048125"/>
            <a:ext cx="838200" cy="838200"/>
          </a:xfrm>
          <a:prstGeom prst="rect">
            <a:avLst/>
          </a:prstGeom>
        </p:spPr>
      </p:pic>
      <p:sp>
        <p:nvSpPr>
          <p:cNvPr id="18" name="第四版文本_191">
            <a:extLst>
              <a:ext uri="{FF2B5EF4-FFF2-40B4-BE49-F238E27FC236}">
                <a16:creationId xmlns:a16="http://schemas.microsoft.com/office/drawing/2014/main" id="{EEB0D84D-7859-44DB-AB38-E4E0D090842F}"/>
              </a:ext>
            </a:extLst>
          </p:cNvPr>
          <p:cNvSpPr>
            <a:spLocks noGrp="1"/>
          </p:cNvSpPr>
          <p:nvPr/>
        </p:nvSpPr>
        <p:spPr>
          <a:xfrm>
            <a:off x="2990850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金丝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7AA3215-E262-4E80-A272-6248B8C78D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276725" y="4048125"/>
            <a:ext cx="838200" cy="838200"/>
          </a:xfrm>
          <a:prstGeom prst="rect">
            <a:avLst/>
          </a:prstGeom>
        </p:spPr>
      </p:pic>
      <p:sp>
        <p:nvSpPr>
          <p:cNvPr id="20" name="第四版文本_192">
            <a:extLst>
              <a:ext uri="{FF2B5EF4-FFF2-40B4-BE49-F238E27FC236}">
                <a16:creationId xmlns:a16="http://schemas.microsoft.com/office/drawing/2014/main" id="{DAE2DD14-523A-4FC9-9076-503FF9556558}"/>
              </a:ext>
            </a:extLst>
          </p:cNvPr>
          <p:cNvSpPr>
            <a:spLocks noGrp="1"/>
          </p:cNvSpPr>
          <p:nvPr/>
        </p:nvSpPr>
        <p:spPr>
          <a:xfrm>
            <a:off x="4181475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短火星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D1F3111-FA16-4B7B-B531-528D27D3CD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467350" y="4048125"/>
            <a:ext cx="838200" cy="838200"/>
          </a:xfrm>
          <a:prstGeom prst="rect">
            <a:avLst/>
          </a:prstGeom>
        </p:spPr>
      </p:pic>
      <p:sp>
        <p:nvSpPr>
          <p:cNvPr id="22" name="第四版文本_193">
            <a:extLst>
              <a:ext uri="{FF2B5EF4-FFF2-40B4-BE49-F238E27FC236}">
                <a16:creationId xmlns:a16="http://schemas.microsoft.com/office/drawing/2014/main" id="{78203205-9ABB-4D0A-9424-69193765F8C0}"/>
              </a:ext>
            </a:extLst>
          </p:cNvPr>
          <p:cNvSpPr>
            <a:spLocks noGrp="1"/>
          </p:cNvSpPr>
          <p:nvPr/>
        </p:nvSpPr>
        <p:spPr>
          <a:xfrm>
            <a:off x="5372100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母粒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9299A19-F4B6-4150-B5D8-7C8718DA0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6657975" y="4048125"/>
            <a:ext cx="838200" cy="838200"/>
          </a:xfrm>
          <a:prstGeom prst="rect">
            <a:avLst/>
          </a:prstGeom>
        </p:spPr>
      </p:pic>
      <p:sp>
        <p:nvSpPr>
          <p:cNvPr id="24" name="第四版文本_194">
            <a:extLst>
              <a:ext uri="{FF2B5EF4-FFF2-40B4-BE49-F238E27FC236}">
                <a16:creationId xmlns:a16="http://schemas.microsoft.com/office/drawing/2014/main" id="{0E8DB366-8299-49E6-B720-F46A79B5A8AF}"/>
              </a:ext>
            </a:extLst>
          </p:cNvPr>
          <p:cNvSpPr>
            <a:spLocks noGrp="1"/>
          </p:cNvSpPr>
          <p:nvPr/>
        </p:nvSpPr>
        <p:spPr>
          <a:xfrm>
            <a:off x="6562725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一级分叉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B9198B0-CAED-43AF-9AD7-921C671271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848600" y="4048125"/>
            <a:ext cx="838200" cy="838200"/>
          </a:xfrm>
          <a:prstGeom prst="rect">
            <a:avLst/>
          </a:prstGeom>
        </p:spPr>
      </p:pic>
      <p:sp>
        <p:nvSpPr>
          <p:cNvPr id="26" name="第四版文本_195">
            <a:extLst>
              <a:ext uri="{FF2B5EF4-FFF2-40B4-BE49-F238E27FC236}">
                <a16:creationId xmlns:a16="http://schemas.microsoft.com/office/drawing/2014/main" id="{5E014381-89CB-433F-A334-A33B0F51663A}"/>
              </a:ext>
            </a:extLst>
          </p:cNvPr>
          <p:cNvSpPr>
            <a:spLocks noGrp="1"/>
          </p:cNvSpPr>
          <p:nvPr/>
        </p:nvSpPr>
        <p:spPr>
          <a:xfrm>
            <a:off x="7753350" y="48958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延迟分叉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650B03A-1A82-418E-AF23-FA2E58CED1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704850" y="5172075"/>
            <a:ext cx="838200" cy="838200"/>
          </a:xfrm>
          <a:prstGeom prst="rect">
            <a:avLst/>
          </a:prstGeom>
        </p:spPr>
      </p:pic>
      <p:sp>
        <p:nvSpPr>
          <p:cNvPr id="28" name="第四版文本_196">
            <a:extLst>
              <a:ext uri="{FF2B5EF4-FFF2-40B4-BE49-F238E27FC236}">
                <a16:creationId xmlns:a16="http://schemas.microsoft.com/office/drawing/2014/main" id="{44D9E384-B5E4-4F8F-9A0A-B0CC4D6DA0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碎火星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7A56B40-25D4-4D3D-9FDC-FD13448A77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895475" y="5172075"/>
            <a:ext cx="838200" cy="838200"/>
          </a:xfrm>
          <a:prstGeom prst="rect">
            <a:avLst/>
          </a:prstGeom>
        </p:spPr>
      </p:pic>
      <p:sp>
        <p:nvSpPr>
          <p:cNvPr id="30" name="第四版文本_197">
            <a:extLst>
              <a:ext uri="{FF2B5EF4-FFF2-40B4-BE49-F238E27FC236}">
                <a16:creationId xmlns:a16="http://schemas.microsoft.com/office/drawing/2014/main" id="{A76CFBAF-D134-4742-900A-FBAB33EF15FE}"/>
              </a:ext>
            </a:extLst>
          </p:cNvPr>
          <p:cNvSpPr>
            <a:spLocks noGrp="1"/>
          </p:cNvSpPr>
          <p:nvPr/>
        </p:nvSpPr>
        <p:spPr>
          <a:xfrm>
            <a:off x="1800225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粗碎片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F695C45-5F4C-4240-8606-0A1E89BF48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086100" y="5172075"/>
            <a:ext cx="838200" cy="838200"/>
          </a:xfrm>
          <a:prstGeom prst="rect">
            <a:avLst/>
          </a:prstGeom>
        </p:spPr>
      </p:pic>
      <p:sp>
        <p:nvSpPr>
          <p:cNvPr id="32" name="第四版文本_198">
            <a:extLst>
              <a:ext uri="{FF2B5EF4-FFF2-40B4-BE49-F238E27FC236}">
                <a16:creationId xmlns:a16="http://schemas.microsoft.com/office/drawing/2014/main" id="{0C75E29A-8E4D-4DF7-8618-D0358346DAAD}"/>
              </a:ext>
            </a:extLst>
          </p:cNvPr>
          <p:cNvSpPr>
            <a:spLocks noGrp="1"/>
          </p:cNvSpPr>
          <p:nvPr/>
        </p:nvSpPr>
        <p:spPr>
          <a:xfrm>
            <a:off x="2990850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暗红余烬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D7401E25-AA31-44C9-8DD5-989D9E96B1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4276725" y="5172075"/>
            <a:ext cx="838200" cy="838200"/>
          </a:xfrm>
          <a:prstGeom prst="rect">
            <a:avLst/>
          </a:prstGeom>
        </p:spPr>
      </p:pic>
      <p:sp>
        <p:nvSpPr>
          <p:cNvPr id="34" name="第四版文本_199">
            <a:extLst>
              <a:ext uri="{FF2B5EF4-FFF2-40B4-BE49-F238E27FC236}">
                <a16:creationId xmlns:a16="http://schemas.microsoft.com/office/drawing/2014/main" id="{019E472C-09DB-4D56-8CCB-F4FDE38C8B04}"/>
              </a:ext>
            </a:extLst>
          </p:cNvPr>
          <p:cNvSpPr>
            <a:spLocks noGrp="1"/>
          </p:cNvSpPr>
          <p:nvPr/>
        </p:nvSpPr>
        <p:spPr>
          <a:xfrm>
            <a:off x="4181475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圆形余烬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590CBDC-A1EB-4196-ACA5-6025FA1D9AE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5467350" y="5172075"/>
            <a:ext cx="838200" cy="838200"/>
          </a:xfrm>
          <a:prstGeom prst="rect">
            <a:avLst/>
          </a:prstGeom>
        </p:spPr>
      </p:pic>
      <p:sp>
        <p:nvSpPr>
          <p:cNvPr id="36" name="第四版文本_200">
            <a:extLst>
              <a:ext uri="{FF2B5EF4-FFF2-40B4-BE49-F238E27FC236}">
                <a16:creationId xmlns:a16="http://schemas.microsoft.com/office/drawing/2014/main" id="{0000A85C-81EB-4687-8754-E2F5053E3892}"/>
              </a:ext>
            </a:extLst>
          </p:cNvPr>
          <p:cNvSpPr>
            <a:spLocks noGrp="1"/>
          </p:cNvSpPr>
          <p:nvPr/>
        </p:nvSpPr>
        <p:spPr>
          <a:xfrm>
            <a:off x="5372100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近远火星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CF68A647-2AA6-4E16-A70F-EF9CD54BC76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6657975" y="5172075"/>
            <a:ext cx="838200" cy="838200"/>
          </a:xfrm>
          <a:prstGeom prst="rect">
            <a:avLst/>
          </a:prstGeom>
        </p:spPr>
      </p:pic>
      <p:sp>
        <p:nvSpPr>
          <p:cNvPr id="38" name="第四版文本_201">
            <a:extLst>
              <a:ext uri="{FF2B5EF4-FFF2-40B4-BE49-F238E27FC236}">
                <a16:creationId xmlns:a16="http://schemas.microsoft.com/office/drawing/2014/main" id="{BDC60059-3A65-4969-9ED3-C5E694423056}"/>
              </a:ext>
            </a:extLst>
          </p:cNvPr>
          <p:cNvSpPr>
            <a:spLocks noGrp="1"/>
          </p:cNvSpPr>
          <p:nvPr/>
        </p:nvSpPr>
        <p:spPr>
          <a:xfrm>
            <a:off x="6562725" y="601980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炽热点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6A318594-E050-4380-A2ED-D68B1F94D8D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391650" y="3924300"/>
            <a:ext cx="2190750" cy="2190750"/>
          </a:xfrm>
          <a:prstGeom prst="rect">
            <a:avLst/>
          </a:prstGeom>
        </p:spPr>
      </p:pic>
      <p:sp>
        <p:nvSpPr>
          <p:cNvPr id="40" name="第四版文本_202">
            <a:extLst>
              <a:ext uri="{FF2B5EF4-FFF2-40B4-BE49-F238E27FC236}">
                <a16:creationId xmlns:a16="http://schemas.microsoft.com/office/drawing/2014/main" id="{A4B09251-94FD-4995-B8E8-BE64BC5B2561}"/>
              </a:ext>
            </a:extLst>
          </p:cNvPr>
          <p:cNvSpPr>
            <a:spLocks noGrp="1"/>
          </p:cNvSpPr>
          <p:nvPr/>
        </p:nvSpPr>
        <p:spPr>
          <a:xfrm>
            <a:off x="9296400" y="6172200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合成回放 · 4.9.118</a:t>
            </a:r>
          </a:p>
        </p:txBody>
      </p:sp>
      <p:pic>
        <p:nvPicPr>
          <p:cNvPr id="41" name="内嵌回放_sparkler" descr="由真实导出贴图解帧；不是UE实录">
            <a:hlinkClick action="ppaction://media"/>
            <a:extLst>
              <a:ext uri="{FF2B5EF4-FFF2-40B4-BE49-F238E27FC236}">
                <a16:creationId xmlns:a16="http://schemas.microsoft.com/office/drawing/2014/main" id="{FEFBB54D-60AF-1760-1005-1B0B3DA267C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391649" y="3924299"/>
            <a:ext cx="21907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4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升空尾缀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升空尾缀：分段表达与采样分配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第四版文本_203">
            <a:extLst>
              <a:ext uri="{FF2B5EF4-FFF2-40B4-BE49-F238E27FC236}">
                <a16:creationId xmlns:a16="http://schemas.microsoft.com/office/drawing/2014/main" id="{8D34808E-328A-49EE-A723-FE4791BD7A8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47720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分段素材解帧 · 4.9.75 历史包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20C2BD-56D5-4CA4-A837-83AF8A2E00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09600" y="2092325"/>
            <a:ext cx="2095500" cy="2444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881640-8E1E-4887-8C0F-E20C85C0DC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124200" y="2092325"/>
            <a:ext cx="2095500" cy="2444750"/>
          </a:xfrm>
          <a:prstGeom prst="rect">
            <a:avLst/>
          </a:prstGeom>
        </p:spPr>
      </p:pic>
      <p:sp>
        <p:nvSpPr>
          <p:cNvPr id="9" name="第四版文本_204">
            <a:extLst>
              <a:ext uri="{FF2B5EF4-FFF2-40B4-BE49-F238E27FC236}">
                <a16:creationId xmlns:a16="http://schemas.microsoft.com/office/drawing/2014/main" id="{16D8865E-2451-4400-991C-D3419375BA97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近段循环</a:t>
            </a:r>
          </a:p>
        </p:txBody>
      </p:sp>
      <p:sp>
        <p:nvSpPr>
          <p:cNvPr id="10" name="第四版文本_205">
            <a:extLst>
              <a:ext uri="{FF2B5EF4-FFF2-40B4-BE49-F238E27FC236}">
                <a16:creationId xmlns:a16="http://schemas.microsoft.com/office/drawing/2014/main" id="{4EBF403F-A366-43D5-8145-47DB7DA2A239}"/>
              </a:ext>
            </a:extLst>
          </p:cNvPr>
          <p:cNvSpPr>
            <a:spLocks noGrp="1"/>
          </p:cNvSpPr>
          <p:nvPr/>
        </p:nvSpPr>
        <p:spPr>
          <a:xfrm>
            <a:off x="3124200" y="4857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远段长轨迹</a:t>
            </a:r>
          </a:p>
        </p:txBody>
      </p:sp>
      <p:sp>
        <p:nvSpPr>
          <p:cNvPr id="11" name="第四版文本_206">
            <a:extLst>
              <a:ext uri="{FF2B5EF4-FFF2-40B4-BE49-F238E27FC236}">
                <a16:creationId xmlns:a16="http://schemas.microsoft.com/office/drawing/2014/main" id="{FEC0FAF4-B38E-4B53-9BB5-9FEE19E727A8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4610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按粒子年龄与内容拆分，</a:t>
            </a: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各段独立回放，不是相机距离 LOD。</a:t>
            </a:r>
          </a:p>
        </p:txBody>
      </p:sp>
      <p:sp>
        <p:nvSpPr>
          <p:cNvPr id="12" name="第四版文本_207">
            <a:extLst>
              <a:ext uri="{FF2B5EF4-FFF2-40B4-BE49-F238E27FC236}">
                <a16:creationId xmlns:a16="http://schemas.microsoft.com/office/drawing/2014/main" id="{05B9513F-A698-4C96-8076-507B0123DADF}"/>
              </a:ext>
            </a:extLst>
          </p:cNvPr>
          <p:cNvSpPr>
            <a:spLocks noGrp="1"/>
          </p:cNvSpPr>
          <p:nvPr/>
        </p:nvSpPr>
        <p:spPr>
          <a:xfrm>
            <a:off x="5762625" y="1447800"/>
            <a:ext cx="58197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帧预算按屏幕位移分配</a:t>
            </a:r>
          </a:p>
        </p:txBody>
      </p:sp>
      <p:sp>
        <p:nvSpPr>
          <p:cNvPr id="13" name="第四版文本_208">
            <a:extLst>
              <a:ext uri="{FF2B5EF4-FFF2-40B4-BE49-F238E27FC236}">
                <a16:creationId xmlns:a16="http://schemas.microsoft.com/office/drawing/2014/main" id="{E4471813-8FB2-4C2B-9BE0-77D6238E82C4}"/>
              </a:ext>
            </a:extLst>
          </p:cNvPr>
          <p:cNvSpPr>
            <a:spLocks noGrp="1"/>
          </p:cNvSpPr>
          <p:nvPr/>
        </p:nvSpPr>
        <p:spPr>
          <a:xfrm>
            <a:off x="5762625" y="1981200"/>
            <a:ext cx="58197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Δp = ∫ v₉₀(t) dt × pixelsPerMeter</a:t>
            </a:r>
          </a:p>
        </p:txBody>
      </p:sp>
      <p:sp>
        <p:nvSpPr>
          <p:cNvPr id="14" name="第四版文本_209">
            <a:extLst>
              <a:ext uri="{FF2B5EF4-FFF2-40B4-BE49-F238E27FC236}">
                <a16:creationId xmlns:a16="http://schemas.microsoft.com/office/drawing/2014/main" id="{AAA5299D-35AF-4273-941E-BCDE188F29BA}"/>
              </a:ext>
            </a:extLst>
          </p:cNvPr>
          <p:cNvSpPr>
            <a:spLocks noGrp="1"/>
          </p:cNvSpPr>
          <p:nvPr/>
        </p:nvSpPr>
        <p:spPr>
          <a:xfrm>
            <a:off x="5762625" y="2533650"/>
            <a:ext cx="58197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800 m / 1080p 条件下，</a:t>
            </a:r>
          </a:p>
          <a:p>
            <a:pPr algn="l">
              <a:lnSpc>
                <a:spcPct val="116000"/>
              </a:lnSpc>
              <a:buNone/>
              <a:def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约 0.77 px 为项目经验线。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FB0E71D-C542-436B-A723-4F2684D21359}"/>
              </a:ext>
            </a:extLst>
          </p:cNvPr>
          <p:cNvGraphicFramePr/>
          <p:nvPr/>
        </p:nvGraphicFramePr>
        <p:xfrm>
          <a:off x="5762625" y="3324225"/>
          <a:ext cx="5819775" cy="1638300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历史版本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 / M / S 总帧数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5F5F5">
                              <a:alpha val="68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上升段最慢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4.9.26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253 / 126 / 102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分阶段分配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4.9.31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256 / 128 / 96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5F5F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/ 15 / 30 fps</a:t>
                      </a:r>
                    </a:p>
                  </a:txBody>
                  <a:tcPr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第四版文本_210">
            <a:extLst>
              <a:ext uri="{FF2B5EF4-FFF2-40B4-BE49-F238E27FC236}">
                <a16:creationId xmlns:a16="http://schemas.microsoft.com/office/drawing/2014/main" id="{A9287484-59B9-42D9-8C5A-04420F78DE4A}"/>
              </a:ext>
            </a:extLst>
          </p:cNvPr>
          <p:cNvSpPr>
            <a:spLocks noGrp="1"/>
          </p:cNvSpPr>
          <p:nvPr/>
        </p:nvSpPr>
        <p:spPr>
          <a:xfrm>
            <a:off x="5762625" y="5295900"/>
            <a:ext cx="58197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帧更密也有代价：L 单格曾缩至 128×512，</a:t>
            </a:r>
          </a:p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近看细节变软，需要同时检查空间精度。</a:t>
            </a:r>
          </a:p>
        </p:txBody>
      </p:sp>
      <p:pic>
        <p:nvPicPr>
          <p:cNvPr id="17" name="内嵌回放_rise_loop" descr="由真实导出贴图解帧；不是UE实录">
            <a:hlinkClick action="ppaction://media"/>
            <a:extLst>
              <a:ext uri="{FF2B5EF4-FFF2-40B4-BE49-F238E27FC236}">
                <a16:creationId xmlns:a16="http://schemas.microsoft.com/office/drawing/2014/main" id="{74439F66-1A3C-9DE5-EAC3-1E5BC1C891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600" y="2092325"/>
            <a:ext cx="2095500" cy="2444750"/>
          </a:xfrm>
          <a:prstGeom prst="rect">
            <a:avLst/>
          </a:prstGeom>
        </p:spPr>
      </p:pic>
      <p:pic>
        <p:nvPicPr>
          <p:cNvPr id="18" name="内嵌回放_trail_far" descr="由真实导出贴图解帧；不是UE实录">
            <a:hlinkClick action="ppaction://media"/>
            <a:extLst>
              <a:ext uri="{FF2B5EF4-FFF2-40B4-BE49-F238E27FC236}">
                <a16:creationId xmlns:a16="http://schemas.microsoft.com/office/drawing/2014/main" id="{B943A277-9271-4E2B-C16A-DA857040AC9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2092325"/>
            <a:ext cx="2095500" cy="2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67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5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问题修复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方头与黑点：分开定位，再固化规则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第四版文本_211">
            <a:extLst>
              <a:ext uri="{FF2B5EF4-FFF2-40B4-BE49-F238E27FC236}">
                <a16:creationId xmlns:a16="http://schemas.microsoft.com/office/drawing/2014/main" id="{D2664E83-931F-418A-8421-32DBB67A98A2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方头 · UE 同条件对照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D86A1A-9BE4-4498-875C-19505D1F2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0608" y="1943100"/>
            <a:ext cx="1955409" cy="26479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FC7B3A-2F27-41D2-9115-BF92BAB4F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91523" y="1943100"/>
            <a:ext cx="1941830" cy="2647950"/>
          </a:xfrm>
          <a:prstGeom prst="rect">
            <a:avLst/>
          </a:prstGeom>
        </p:spPr>
      </p:pic>
      <p:sp>
        <p:nvSpPr>
          <p:cNvPr id="9" name="第四版文本_212">
            <a:extLst>
              <a:ext uri="{FF2B5EF4-FFF2-40B4-BE49-F238E27FC236}">
                <a16:creationId xmlns:a16="http://schemas.microsoft.com/office/drawing/2014/main" id="{4A4815F2-BDC0-403D-B6A4-A24BF61B8F58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22574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现状</a:t>
            </a:r>
          </a:p>
        </p:txBody>
      </p:sp>
      <p:sp>
        <p:nvSpPr>
          <p:cNvPr id="10" name="第四版文本_213">
            <a:extLst>
              <a:ext uri="{FF2B5EF4-FFF2-40B4-BE49-F238E27FC236}">
                <a16:creationId xmlns:a16="http://schemas.microsoft.com/office/drawing/2014/main" id="{BF6DE435-6E86-47BD-8597-751D1D23894B}"/>
              </a:ext>
            </a:extLst>
          </p:cNvPr>
          <p:cNvSpPr>
            <a:spLocks noGrp="1"/>
          </p:cNvSpPr>
          <p:nvPr/>
        </p:nvSpPr>
        <p:spPr>
          <a:xfrm>
            <a:off x="3133725" y="4657725"/>
            <a:ext cx="22574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NoMip 对照</a:t>
            </a:r>
          </a:p>
        </p:txBody>
      </p:sp>
      <p:sp>
        <p:nvSpPr>
          <p:cNvPr id="11" name="第四版文本_214">
            <a:extLst>
              <a:ext uri="{FF2B5EF4-FFF2-40B4-BE49-F238E27FC236}">
                <a16:creationId xmlns:a16="http://schemas.microsoft.com/office/drawing/2014/main" id="{E57F9426-4F65-47FF-9FF6-9C13C9D08942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48958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PC 主序列采用 NoMip。</a:t>
            </a:r>
          </a:p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手游保留 Mip 与流送，最大 1024。</a:t>
            </a:r>
          </a:p>
        </p:txBody>
      </p:sp>
      <p:sp>
        <p:nvSpPr>
          <p:cNvPr id="12" name="第四版文本_215">
            <a:extLst>
              <a:ext uri="{FF2B5EF4-FFF2-40B4-BE49-F238E27FC236}">
                <a16:creationId xmlns:a16="http://schemas.microsoft.com/office/drawing/2014/main" id="{9EA86664-487D-437E-9EB6-7FF953E1745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489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同机位、同低档、同刻 6.8 秒</a:t>
            </a:r>
          </a:p>
        </p:txBody>
      </p:sp>
      <p:sp>
        <p:nvSpPr>
          <p:cNvPr id="13" name="第四版文本_216">
            <a:extLst>
              <a:ext uri="{FF2B5EF4-FFF2-40B4-BE49-F238E27FC236}">
                <a16:creationId xmlns:a16="http://schemas.microsoft.com/office/drawing/2014/main" id="{BBF94F42-DB6F-487B-9758-986A4F8DF796}"/>
              </a:ext>
            </a:extLst>
          </p:cNvPr>
          <p:cNvSpPr>
            <a:spLocks noGrp="1"/>
          </p:cNvSpPr>
          <p:nvPr/>
        </p:nvSpPr>
        <p:spPr>
          <a:xfrm>
            <a:off x="6419850" y="1390650"/>
            <a:ext cx="5162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亮部黑块 · Ramp 机制模拟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7B4A683-79DD-4153-B4AE-E723DC7CC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98194" y="1943100"/>
            <a:ext cx="2186463" cy="21907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BE3253F-CA91-49EF-AC24-816410B7E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36619" y="1943100"/>
            <a:ext cx="2186463" cy="2190750"/>
          </a:xfrm>
          <a:prstGeom prst="rect">
            <a:avLst/>
          </a:prstGeom>
        </p:spPr>
      </p:pic>
      <p:sp>
        <p:nvSpPr>
          <p:cNvPr id="16" name="第四版文本_217">
            <a:extLst>
              <a:ext uri="{FF2B5EF4-FFF2-40B4-BE49-F238E27FC236}">
                <a16:creationId xmlns:a16="http://schemas.microsoft.com/office/drawing/2014/main" id="{55752621-9BE1-4226-A1F5-4C7C1DCCEA9C}"/>
              </a:ext>
            </a:extLst>
          </p:cNvPr>
          <p:cNvSpPr>
            <a:spLocks noGrp="1"/>
          </p:cNvSpPr>
          <p:nvPr/>
        </p:nvSpPr>
        <p:spPr>
          <a:xfrm>
            <a:off x="6419850" y="4257675"/>
            <a:ext cx="2343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旧序列 + 黑末格</a:t>
            </a:r>
          </a:p>
        </p:txBody>
      </p:sp>
      <p:sp>
        <p:nvSpPr>
          <p:cNvPr id="17" name="第四版文本_218">
            <a:extLst>
              <a:ext uri="{FF2B5EF4-FFF2-40B4-BE49-F238E27FC236}">
                <a16:creationId xmlns:a16="http://schemas.microsoft.com/office/drawing/2014/main" id="{8ADEB5C2-492F-4093-90F2-F12B6D1223B9}"/>
              </a:ext>
            </a:extLst>
          </p:cNvPr>
          <p:cNvSpPr>
            <a:spLocks noGrp="1"/>
          </p:cNvSpPr>
          <p:nvPr/>
        </p:nvSpPr>
        <p:spPr>
          <a:xfrm>
            <a:off x="9058275" y="4257675"/>
            <a:ext cx="2343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封顶 253 + 黑末格</a:t>
            </a:r>
          </a:p>
        </p:txBody>
      </p:sp>
      <p:sp>
        <p:nvSpPr>
          <p:cNvPr id="18" name="第四版文本_219">
            <a:extLst>
              <a:ext uri="{FF2B5EF4-FFF2-40B4-BE49-F238E27FC236}">
                <a16:creationId xmlns:a16="http://schemas.microsoft.com/office/drawing/2014/main" id="{429C03B8-F592-442D-9C8C-32DA02244999}"/>
              </a:ext>
            </a:extLst>
          </p:cNvPr>
          <p:cNvSpPr>
            <a:spLocks noGrp="1"/>
          </p:cNvSpPr>
          <p:nvPr/>
        </p:nvSpPr>
        <p:spPr>
          <a:xfrm>
            <a:off x="6419850" y="4810125"/>
            <a:ext cx="51625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EmissiveDissolve 0.98 已获用户确认，</a:t>
            </a:r>
          </a:p>
          <a:p>
            <a:pPr algn="l">
              <a:lnSpc>
                <a:spcPct val="116000"/>
              </a:lnSpc>
              <a:buNone/>
              <a:def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写入导出与导入，原护栏保留。</a:t>
            </a:r>
          </a:p>
        </p:txBody>
      </p:sp>
      <p:sp>
        <p:nvSpPr>
          <p:cNvPr id="19" name="第四版文本_220">
            <a:extLst>
              <a:ext uri="{FF2B5EF4-FFF2-40B4-BE49-F238E27FC236}">
                <a16:creationId xmlns:a16="http://schemas.microsoft.com/office/drawing/2014/main" id="{E372460C-1FD3-455C-880E-65DD8DAEDAF0}"/>
              </a:ext>
            </a:extLst>
          </p:cNvPr>
          <p:cNvSpPr>
            <a:spLocks noGrp="1"/>
          </p:cNvSpPr>
          <p:nvPr/>
        </p:nvSpPr>
        <p:spPr>
          <a:xfrm>
            <a:off x="6419850" y="5753100"/>
            <a:ext cx="51625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另一路淡出黑点已改用 Alpha，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新写法仍待 UE 验证。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03 · 实践成果 · 流程展示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完整流程演示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完整流程视频替换位_221">
            <a:extLst>
              <a:ext uri="{FF2B5EF4-FFF2-40B4-BE49-F238E27FC236}">
                <a16:creationId xmlns:a16="http://schemas.microsoft.com/office/drawing/2014/main" id="{2DA133C6-AC94-4B3D-A08D-F84553184E0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8724900" cy="4905375"/>
          </a:xfrm>
          <a:prstGeom prst="rect">
            <a:avLst/>
          </a:prstGeom>
          <a:solidFill>
            <a:srgbClr val="161616"/>
          </a:solidFill>
          <a:ln w="13335">
            <a:solidFill>
              <a:srgbClr val="0FF796">
                <a:alpha val="50000"/>
              </a:srgbClr>
            </a:solidFill>
          </a:ln>
        </p:spPr>
      </p:sp>
      <p:sp>
        <p:nvSpPr>
          <p:cNvPr id="7" name="第四版文本_222">
            <a:extLst>
              <a:ext uri="{FF2B5EF4-FFF2-40B4-BE49-F238E27FC236}">
                <a16:creationId xmlns:a16="http://schemas.microsoft.com/office/drawing/2014/main" id="{4E795BE4-C084-4E53-9B7C-CB724C12DA83}"/>
              </a:ext>
            </a:extLst>
          </p:cNvPr>
          <p:cNvSpPr>
            <a:spLocks noGrp="1"/>
          </p:cNvSpPr>
          <p:nvPr/>
        </p:nvSpPr>
        <p:spPr>
          <a:xfrm>
            <a:off x="1085850" y="3209925"/>
            <a:ext cx="7772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流程录屏位</a:t>
            </a:r>
          </a:p>
        </p:txBody>
      </p:sp>
      <p:sp>
        <p:nvSpPr>
          <p:cNvPr id="8" name="第四版文本_223">
            <a:extLst>
              <a:ext uri="{FF2B5EF4-FFF2-40B4-BE49-F238E27FC236}">
                <a16:creationId xmlns:a16="http://schemas.microsoft.com/office/drawing/2014/main" id="{6340E0D0-1A72-48C5-8384-DC95EE51A025}"/>
              </a:ext>
            </a:extLst>
          </p:cNvPr>
          <p:cNvSpPr>
            <a:spLocks noGrp="1"/>
          </p:cNvSpPr>
          <p:nvPr/>
        </p:nvSpPr>
        <p:spPr>
          <a:xfrm>
            <a:off x="1085850" y="3800475"/>
            <a:ext cx="7772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lnSpc>
                <a:spcPct val="116000"/>
              </a:lnSpc>
              <a:buNone/>
              <a:def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调参、出图、接入、编排与 UE 试放</a:t>
            </a:r>
          </a:p>
        </p:txBody>
      </p:sp>
      <p:sp>
        <p:nvSpPr>
          <p:cNvPr id="9" name="第四版文本_224">
            <a:extLst>
              <a:ext uri="{FF2B5EF4-FFF2-40B4-BE49-F238E27FC236}">
                <a16:creationId xmlns:a16="http://schemas.microsoft.com/office/drawing/2014/main" id="{E3A018CB-F1F2-49BD-802A-A2D3DCDD2E72}"/>
              </a:ext>
            </a:extLst>
          </p:cNvPr>
          <p:cNvSpPr>
            <a:spLocks noGrp="1"/>
          </p:cNvSpPr>
          <p:nvPr/>
        </p:nvSpPr>
        <p:spPr>
          <a:xfrm>
            <a:off x="9744075" y="1666875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第四版文本_225">
            <a:extLst>
              <a:ext uri="{FF2B5EF4-FFF2-40B4-BE49-F238E27FC236}">
                <a16:creationId xmlns:a16="http://schemas.microsoft.com/office/drawing/2014/main" id="{ECE325C4-B1ED-4EC3-A326-D1018B4DC540}"/>
              </a:ext>
            </a:extLst>
          </p:cNvPr>
          <p:cNvSpPr>
            <a:spLocks noGrp="1"/>
          </p:cNvSpPr>
          <p:nvPr/>
        </p:nvSpPr>
        <p:spPr>
          <a:xfrm>
            <a:off x="9744075" y="1971675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选择模板并调参</a:t>
            </a:r>
          </a:p>
        </p:txBody>
      </p:sp>
      <p:sp>
        <p:nvSpPr>
          <p:cNvPr id="11" name="第四版文本_226">
            <a:extLst>
              <a:ext uri="{FF2B5EF4-FFF2-40B4-BE49-F238E27FC236}">
                <a16:creationId xmlns:a16="http://schemas.microsoft.com/office/drawing/2014/main" id="{5738C812-44E1-4C9E-98DC-F9F8550783F7}"/>
              </a:ext>
            </a:extLst>
          </p:cNvPr>
          <p:cNvSpPr>
            <a:spLocks noGrp="1"/>
          </p:cNvSpPr>
          <p:nvPr/>
        </p:nvSpPr>
        <p:spPr>
          <a:xfrm>
            <a:off x="9744075" y="2533650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第四版文本_227">
            <a:extLst>
              <a:ext uri="{FF2B5EF4-FFF2-40B4-BE49-F238E27FC236}">
                <a16:creationId xmlns:a16="http://schemas.microsoft.com/office/drawing/2014/main" id="{87A706C5-C23C-47C6-8C4C-98B5BFA69E46}"/>
              </a:ext>
            </a:extLst>
          </p:cNvPr>
          <p:cNvSpPr>
            <a:spLocks noGrp="1"/>
          </p:cNvSpPr>
          <p:nvPr/>
        </p:nvSpPr>
        <p:spPr>
          <a:xfrm>
            <a:off x="9744075" y="2838450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导出双平台素材</a:t>
            </a:r>
          </a:p>
        </p:txBody>
      </p:sp>
      <p:sp>
        <p:nvSpPr>
          <p:cNvPr id="13" name="第四版文本_228">
            <a:extLst>
              <a:ext uri="{FF2B5EF4-FFF2-40B4-BE49-F238E27FC236}">
                <a16:creationId xmlns:a16="http://schemas.microsoft.com/office/drawing/2014/main" id="{5FAF25AE-18EB-4989-BE54-AFA8BD951097}"/>
              </a:ext>
            </a:extLst>
          </p:cNvPr>
          <p:cNvSpPr>
            <a:spLocks noGrp="1"/>
          </p:cNvSpPr>
          <p:nvPr/>
        </p:nvSpPr>
        <p:spPr>
          <a:xfrm>
            <a:off x="9744075" y="3400425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第四版文本_229">
            <a:extLst>
              <a:ext uri="{FF2B5EF4-FFF2-40B4-BE49-F238E27FC236}">
                <a16:creationId xmlns:a16="http://schemas.microsoft.com/office/drawing/2014/main" id="{EFEDC38A-560B-4D92-B48A-9523FB81A576}"/>
              </a:ext>
            </a:extLst>
          </p:cNvPr>
          <p:cNvSpPr>
            <a:spLocks noGrp="1"/>
          </p:cNvSpPr>
          <p:nvPr/>
        </p:nvSpPr>
        <p:spPr>
          <a:xfrm>
            <a:off x="9744075" y="3705225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检查与导入资源</a:t>
            </a:r>
          </a:p>
        </p:txBody>
      </p:sp>
      <p:sp>
        <p:nvSpPr>
          <p:cNvPr id="15" name="第四版文本_230">
            <a:extLst>
              <a:ext uri="{FF2B5EF4-FFF2-40B4-BE49-F238E27FC236}">
                <a16:creationId xmlns:a16="http://schemas.microsoft.com/office/drawing/2014/main" id="{3F7CE20F-1520-4DB9-BCC3-6A86399EA6FE}"/>
              </a:ext>
            </a:extLst>
          </p:cNvPr>
          <p:cNvSpPr>
            <a:spLocks noGrp="1"/>
          </p:cNvSpPr>
          <p:nvPr/>
        </p:nvSpPr>
        <p:spPr>
          <a:xfrm>
            <a:off x="9744075" y="4267200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第四版文本_231">
            <a:extLst>
              <a:ext uri="{FF2B5EF4-FFF2-40B4-BE49-F238E27FC236}">
                <a16:creationId xmlns:a16="http://schemas.microsoft.com/office/drawing/2014/main" id="{E394D0C9-D0A5-4EC4-BF6A-61D969E69DEB}"/>
              </a:ext>
            </a:extLst>
          </p:cNvPr>
          <p:cNvSpPr>
            <a:spLocks noGrp="1"/>
          </p:cNvSpPr>
          <p:nvPr/>
        </p:nvSpPr>
        <p:spPr>
          <a:xfrm>
            <a:off x="9744075" y="4572000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分段编排与出表</a:t>
            </a:r>
          </a:p>
        </p:txBody>
      </p:sp>
      <p:sp>
        <p:nvSpPr>
          <p:cNvPr id="17" name="第四版文本_232">
            <a:extLst>
              <a:ext uri="{FF2B5EF4-FFF2-40B4-BE49-F238E27FC236}">
                <a16:creationId xmlns:a16="http://schemas.microsoft.com/office/drawing/2014/main" id="{50BB6390-F775-4196-9107-CF28653604B1}"/>
              </a:ext>
            </a:extLst>
          </p:cNvPr>
          <p:cNvSpPr>
            <a:spLocks noGrp="1"/>
          </p:cNvSpPr>
          <p:nvPr/>
        </p:nvSpPr>
        <p:spPr>
          <a:xfrm>
            <a:off x="9744075" y="5133975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14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8" name="第四版文本_233">
            <a:extLst>
              <a:ext uri="{FF2B5EF4-FFF2-40B4-BE49-F238E27FC236}">
                <a16:creationId xmlns:a16="http://schemas.microsoft.com/office/drawing/2014/main" id="{2CE0FEE4-24CA-4202-B673-540F979D6382}"/>
              </a:ext>
            </a:extLst>
          </p:cNvPr>
          <p:cNvSpPr>
            <a:spLocks noGrp="1"/>
          </p:cNvSpPr>
          <p:nvPr/>
        </p:nvSpPr>
        <p:spPr>
          <a:xfrm>
            <a:off x="9744075" y="5438775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UE 试放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9DF61ACC-CF6E-4B69-908F-01C38F57607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>
                <a:latin typeface="微软雅黑"/>
                <a:ea typeface="微软雅黑"/>
                <a:cs typeface="微软雅黑"/>
              </a:defRPr>
            </a:defPPr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  <a:lvl2pPr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  <a:lvl6pPr>
              <a:buNone/>
              <a:defRPr>
                <a:latin typeface="微软雅黑"/>
                <a:ea typeface="微软雅黑"/>
                <a:cs typeface="微软雅黑"/>
              </a:defRPr>
            </a:lvl6pPr>
            <a:lvl7pPr>
              <a:buNone/>
              <a:defRPr>
                <a:latin typeface="微软雅黑"/>
                <a:ea typeface="微软雅黑"/>
                <a:cs typeface="微软雅黑"/>
              </a:defRPr>
            </a:lvl7pPr>
            <a:lvl8pPr>
              <a:buNone/>
              <a:defRPr>
                <a:latin typeface="微软雅黑"/>
                <a:ea typeface="微软雅黑"/>
                <a:cs typeface="微软雅黑"/>
              </a:defRPr>
            </a:lvl8pPr>
            <a:lvl9pPr>
              <a:buNone/>
              <a:defRPr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156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200" b="1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04 · 分享与方法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52868B-4466-45C7-B641-8863DA7890D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600">
                <a:latin typeface="微软雅黑"/>
                <a:ea typeface="微软雅黑"/>
                <a:cs typeface="微软雅黑"/>
              </a:defRPr>
            </a:defPPr>
            <a:lvl1pPr>
              <a:buNone/>
              <a:defRPr sz="2600">
                <a:latin typeface="微软雅黑"/>
                <a:ea typeface="微软雅黑"/>
                <a:cs typeface="微软雅黑"/>
              </a:defRPr>
            </a:lvl1pPr>
            <a:lvl2pPr>
              <a:buNone/>
              <a:defRPr sz="2600">
                <a:latin typeface="微软雅黑"/>
                <a:ea typeface="微软雅黑"/>
                <a:cs typeface="微软雅黑"/>
              </a:defRPr>
            </a:lvl2pPr>
            <a:lvl3pPr>
              <a:buNone/>
              <a:defRPr sz="2600">
                <a:latin typeface="微软雅黑"/>
                <a:ea typeface="微软雅黑"/>
                <a:cs typeface="微软雅黑"/>
              </a:defRPr>
            </a:lvl3pPr>
            <a:lvl4pPr>
              <a:buNone/>
              <a:defRPr sz="2600">
                <a:latin typeface="微软雅黑"/>
                <a:ea typeface="微软雅黑"/>
                <a:cs typeface="微软雅黑"/>
              </a:defRPr>
            </a:lvl4pPr>
            <a:lvl5pPr>
              <a:buNone/>
              <a:defRPr sz="2600">
                <a:latin typeface="微软雅黑"/>
                <a:ea typeface="微软雅黑"/>
                <a:cs typeface="微软雅黑"/>
              </a:defRPr>
            </a:lvl5pPr>
            <a:lvl6pPr>
              <a:buNone/>
              <a:defRPr sz="2600">
                <a:latin typeface="微软雅黑"/>
                <a:ea typeface="微软雅黑"/>
                <a:cs typeface="微软雅黑"/>
              </a:defRPr>
            </a:lvl6pPr>
            <a:lvl7pPr>
              <a:buNone/>
              <a:defRPr sz="2600">
                <a:latin typeface="微软雅黑"/>
                <a:ea typeface="微软雅黑"/>
                <a:cs typeface="微软雅黑"/>
              </a:defRPr>
            </a:lvl7pPr>
            <a:lvl8pPr>
              <a:buNone/>
              <a:defRPr sz="2600">
                <a:latin typeface="微软雅黑"/>
                <a:ea typeface="微软雅黑"/>
                <a:cs typeface="微软雅黑"/>
              </a:defRPr>
            </a:lvl8pPr>
            <a:lvl9pPr>
              <a:buNone/>
              <a:defRPr sz="2600"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ts val="3250"/>
              </a:lnSpc>
              <a:buNone/>
              <a:defRPr sz="2600"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工作方法：明确需求、建立规范、结果把关</a:t>
            </a:r>
          </a:p>
        </p:txBody>
      </p:sp>
      <p:sp>
        <p:nvSpPr>
          <p:cNvPr id="4" name="footer_mark">
            <a:extLst>
              <a:ext uri="{FF2B5EF4-FFF2-40B4-BE49-F238E27FC236}">
                <a16:creationId xmlns:a16="http://schemas.microsoft.com/office/drawing/2014/main" id="{28029C92-794A-42F2-A34B-DB60E8E742E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9C1E88D-B81D-412D-AA40-BA33A442729C}"/>
              </a:ext>
            </a:extLst>
          </p:cNvPr>
          <p:cNvSpPr>
            <a:spLocks noGrp="1"/>
          </p:cNvSpPr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buNone/>
            </a:pP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三角洲行动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VFX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·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>
                <a:solidFill>
                  <a:srgbClr val="F5F5F5">
                    <a:alpha val="40000"/>
                  </a:srgbClr>
                </a:solidFill>
                <a:latin typeface="Consolas"/>
                <a:ea typeface="Consolas"/>
                <a:cs typeface="Consolas"/>
              </a:rPr>
              <a:t>烟花工具链与工作方法</a:t>
            </a:r>
          </a:p>
        </p:txBody>
      </p:sp>
      <p:sp>
        <p:nvSpPr>
          <p:cNvPr id="6" name="第四版文本_234">
            <a:extLst>
              <a:ext uri="{FF2B5EF4-FFF2-40B4-BE49-F238E27FC236}">
                <a16:creationId xmlns:a16="http://schemas.microsoft.com/office/drawing/2014/main" id="{9CE5967C-DE63-43DE-91F0-D18EA0838ED4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723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第四版文本_235">
            <a:extLst>
              <a:ext uri="{FF2B5EF4-FFF2-40B4-BE49-F238E27FC236}">
                <a16:creationId xmlns:a16="http://schemas.microsoft.com/office/drawing/2014/main" id="{C8A08C20-A7C8-438F-B6B0-39BCB958FDF3}"/>
              </a:ext>
            </a:extLst>
          </p:cNvPr>
          <p:cNvSpPr>
            <a:spLocks noGrp="1"/>
          </p:cNvSpPr>
          <p:nvPr/>
        </p:nvSpPr>
        <p:spPr>
          <a:xfrm>
            <a:off x="1514475" y="1485900"/>
            <a:ext cx="16478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明确需求</a:t>
            </a:r>
          </a:p>
        </p:txBody>
      </p:sp>
      <p:sp>
        <p:nvSpPr>
          <p:cNvPr id="8" name="第四版文本_236">
            <a:extLst>
              <a:ext uri="{FF2B5EF4-FFF2-40B4-BE49-F238E27FC236}">
                <a16:creationId xmlns:a16="http://schemas.microsoft.com/office/drawing/2014/main" id="{2F9E2C2A-0BEF-452A-84D2-2E2CB9EAF1DC}"/>
              </a:ext>
            </a:extLst>
          </p:cNvPr>
          <p:cNvSpPr>
            <a:spLocks noGrp="1"/>
          </p:cNvSpPr>
          <p:nvPr/>
        </p:nvSpPr>
        <p:spPr>
          <a:xfrm>
            <a:off x="3448050" y="146685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写清目标、约束和验收标准</a:t>
            </a:r>
          </a:p>
        </p:txBody>
      </p:sp>
      <p:sp>
        <p:nvSpPr>
          <p:cNvPr id="9" name="第四版文本_237">
            <a:extLst>
              <a:ext uri="{FF2B5EF4-FFF2-40B4-BE49-F238E27FC236}">
                <a16:creationId xmlns:a16="http://schemas.microsoft.com/office/drawing/2014/main" id="{6E2ABFC0-0F99-4627-B429-C9784CB1899A}"/>
              </a:ext>
            </a:extLst>
          </p:cNvPr>
          <p:cNvSpPr>
            <a:spLocks noGrp="1"/>
          </p:cNvSpPr>
          <p:nvPr/>
        </p:nvSpPr>
        <p:spPr>
          <a:xfrm>
            <a:off x="3448050" y="1962150"/>
            <a:ext cx="5105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先拆效果原理，再选择最简单的实现。</a:t>
            </a:r>
          </a:p>
        </p:txBody>
      </p:sp>
      <p:sp>
        <p:nvSpPr>
          <p:cNvPr id="10" name="关系_238">
            <a:extLst>
              <a:ext uri="{FF2B5EF4-FFF2-40B4-BE49-F238E27FC236}">
                <a16:creationId xmlns:a16="http://schemas.microsoft.com/office/drawing/2014/main" id="{5DD3A12F-6963-4F0B-A6F4-4141637D505C}"/>
              </a:ext>
            </a:extLst>
          </p:cNvPr>
          <p:cNvSpPr>
            <a:spLocks noGrp="1"/>
          </p:cNvSpPr>
          <p:nvPr/>
        </p:nvSpPr>
        <p:spPr>
          <a:xfrm>
            <a:off x="1514475" y="2676525"/>
            <a:ext cx="7048500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11" name="第四版文本_239">
            <a:extLst>
              <a:ext uri="{FF2B5EF4-FFF2-40B4-BE49-F238E27FC236}">
                <a16:creationId xmlns:a16="http://schemas.microsoft.com/office/drawing/2014/main" id="{8F9BF028-3AE1-458A-BADA-C5A5EE9A791F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723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第四版文本_240">
            <a:extLst>
              <a:ext uri="{FF2B5EF4-FFF2-40B4-BE49-F238E27FC236}">
                <a16:creationId xmlns:a16="http://schemas.microsoft.com/office/drawing/2014/main" id="{D03D164F-1AD6-484B-8003-0ED03E680BBC}"/>
              </a:ext>
            </a:extLst>
          </p:cNvPr>
          <p:cNvSpPr>
            <a:spLocks noGrp="1"/>
          </p:cNvSpPr>
          <p:nvPr/>
        </p:nvSpPr>
        <p:spPr>
          <a:xfrm>
            <a:off x="1514475" y="3028950"/>
            <a:ext cx="16478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建立规范</a:t>
            </a:r>
          </a:p>
        </p:txBody>
      </p:sp>
      <p:sp>
        <p:nvSpPr>
          <p:cNvPr id="13" name="第四版文本_241">
            <a:extLst>
              <a:ext uri="{FF2B5EF4-FFF2-40B4-BE49-F238E27FC236}">
                <a16:creationId xmlns:a16="http://schemas.microsoft.com/office/drawing/2014/main" id="{78A627E0-0544-4BB4-82B8-CF64B3032B22}"/>
              </a:ext>
            </a:extLst>
          </p:cNvPr>
          <p:cNvSpPr>
            <a:spLocks noGrp="1"/>
          </p:cNvSpPr>
          <p:nvPr/>
        </p:nvSpPr>
        <p:spPr>
          <a:xfrm>
            <a:off x="3448050" y="30099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按效果、工具与编排分配职责</a:t>
            </a:r>
          </a:p>
        </p:txBody>
      </p:sp>
      <p:sp>
        <p:nvSpPr>
          <p:cNvPr id="14" name="第四版文本_242">
            <a:extLst>
              <a:ext uri="{FF2B5EF4-FFF2-40B4-BE49-F238E27FC236}">
                <a16:creationId xmlns:a16="http://schemas.microsoft.com/office/drawing/2014/main" id="{E4E1CCB2-01D4-40A0-BBE5-461EE2A85A57}"/>
              </a:ext>
            </a:extLst>
          </p:cNvPr>
          <p:cNvSpPr>
            <a:spLocks noGrp="1"/>
          </p:cNvSpPr>
          <p:nvPr/>
        </p:nvSpPr>
        <p:spPr>
          <a:xfrm>
            <a:off x="3448050" y="3505200"/>
            <a:ext cx="5105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执行前读取宪章与交接，修复写回规则。</a:t>
            </a:r>
          </a:p>
        </p:txBody>
      </p:sp>
      <p:sp>
        <p:nvSpPr>
          <p:cNvPr id="15" name="关系_243">
            <a:extLst>
              <a:ext uri="{FF2B5EF4-FFF2-40B4-BE49-F238E27FC236}">
                <a16:creationId xmlns:a16="http://schemas.microsoft.com/office/drawing/2014/main" id="{06860488-412F-41FE-86A3-DCF9AF62EC45}"/>
              </a:ext>
            </a:extLst>
          </p:cNvPr>
          <p:cNvSpPr>
            <a:spLocks noGrp="1"/>
          </p:cNvSpPr>
          <p:nvPr/>
        </p:nvSpPr>
        <p:spPr>
          <a:xfrm>
            <a:off x="1514475" y="4219575"/>
            <a:ext cx="7048500" cy="9525"/>
          </a:xfrm>
          <a:prstGeom prst="rect">
            <a:avLst/>
          </a:prstGeom>
          <a:solidFill>
            <a:srgbClr val="F5F5F5">
              <a:alpha val="20000"/>
            </a:srgbClr>
          </a:solidFill>
          <a:ln w="0">
            <a:noFill/>
          </a:ln>
        </p:spPr>
      </p:sp>
      <p:sp>
        <p:nvSpPr>
          <p:cNvPr id="16" name="第四版文本_244">
            <a:extLst>
              <a:ext uri="{FF2B5EF4-FFF2-40B4-BE49-F238E27FC236}">
                <a16:creationId xmlns:a16="http://schemas.microsoft.com/office/drawing/2014/main" id="{EEEAB20F-DA7C-4F61-8C82-8D402051D17D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7239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3225" b="1">
                <a:solidFill>
                  <a:srgbClr val="0FF796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0FF79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第四版文本_245">
            <a:extLst>
              <a:ext uri="{FF2B5EF4-FFF2-40B4-BE49-F238E27FC236}">
                <a16:creationId xmlns:a16="http://schemas.microsoft.com/office/drawing/2014/main" id="{C260AD1C-EEF5-41DD-97FF-BA21CA635455}"/>
              </a:ext>
            </a:extLst>
          </p:cNvPr>
          <p:cNvSpPr>
            <a:spLocks noGrp="1"/>
          </p:cNvSpPr>
          <p:nvPr/>
        </p:nvSpPr>
        <p:spPr>
          <a:xfrm>
            <a:off x="1514475" y="4572000"/>
            <a:ext cx="16478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结果把关</a:t>
            </a:r>
          </a:p>
        </p:txBody>
      </p:sp>
      <p:sp>
        <p:nvSpPr>
          <p:cNvPr id="18" name="第四版文本_246">
            <a:extLst>
              <a:ext uri="{FF2B5EF4-FFF2-40B4-BE49-F238E27FC236}">
                <a16:creationId xmlns:a16="http://schemas.microsoft.com/office/drawing/2014/main" id="{75D345C3-967D-426F-9067-B43EF9BAC3AC}"/>
              </a:ext>
            </a:extLst>
          </p:cNvPr>
          <p:cNvSpPr>
            <a:spLocks noGrp="1"/>
          </p:cNvSpPr>
          <p:nvPr/>
        </p:nvSpPr>
        <p:spPr>
          <a:xfrm>
            <a:off x="3448050" y="455295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让同条件对照支持判断</a:t>
            </a:r>
          </a:p>
        </p:txBody>
      </p:sp>
      <p:sp>
        <p:nvSpPr>
          <p:cNvPr id="19" name="第四版文本_247">
            <a:extLst>
              <a:ext uri="{FF2B5EF4-FFF2-40B4-BE49-F238E27FC236}">
                <a16:creationId xmlns:a16="http://schemas.microsoft.com/office/drawing/2014/main" id="{6F67B210-FBED-4212-AE70-52AFBBD87D69}"/>
              </a:ext>
            </a:extLst>
          </p:cNvPr>
          <p:cNvSpPr>
            <a:spLocks noGrp="1"/>
          </p:cNvSpPr>
          <p:nvPr/>
        </p:nvSpPr>
        <p:spPr>
          <a:xfrm>
            <a:off x="3448050" y="5048250"/>
            <a:ext cx="51054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区分实现、自检和用户认可，保留可回退版本。</a:t>
            </a:r>
          </a:p>
        </p:txBody>
      </p:sp>
      <p:sp>
        <p:nvSpPr>
          <p:cNvPr id="20" name="关系_248">
            <a:extLst>
              <a:ext uri="{FF2B5EF4-FFF2-40B4-BE49-F238E27FC236}">
                <a16:creationId xmlns:a16="http://schemas.microsoft.com/office/drawing/2014/main" id="{1EE4E669-2038-4F2B-8EB9-4428ECA3F5CC}"/>
              </a:ext>
            </a:extLst>
          </p:cNvPr>
          <p:cNvSpPr>
            <a:spLocks noGrp="1"/>
          </p:cNvSpPr>
          <p:nvPr/>
        </p:nvSpPr>
        <p:spPr>
          <a:xfrm>
            <a:off x="8982075" y="1476375"/>
            <a:ext cx="9525" cy="4495800"/>
          </a:xfrm>
          <a:prstGeom prst="rect">
            <a:avLst/>
          </a:prstGeom>
          <a:solidFill>
            <a:srgbClr val="0FF796"/>
          </a:solidFill>
          <a:ln w="0">
            <a:noFill/>
          </a:ln>
        </p:spPr>
      </p:sp>
      <p:sp>
        <p:nvSpPr>
          <p:cNvPr id="21" name="第四版文本_249">
            <a:extLst>
              <a:ext uri="{FF2B5EF4-FFF2-40B4-BE49-F238E27FC236}">
                <a16:creationId xmlns:a16="http://schemas.microsoft.com/office/drawing/2014/main" id="{5026F321-46FC-40C4-8F2F-6A7133076389}"/>
              </a:ext>
            </a:extLst>
          </p:cNvPr>
          <p:cNvSpPr>
            <a:spLocks noGrp="1"/>
          </p:cNvSpPr>
          <p:nvPr/>
        </p:nvSpPr>
        <p:spPr>
          <a:xfrm>
            <a:off x="9363075" y="1562100"/>
            <a:ext cx="2219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人的职责</a:t>
            </a:r>
          </a:p>
        </p:txBody>
      </p:sp>
      <p:sp>
        <p:nvSpPr>
          <p:cNvPr id="22" name="第四版文本_250">
            <a:extLst>
              <a:ext uri="{FF2B5EF4-FFF2-40B4-BE49-F238E27FC236}">
                <a16:creationId xmlns:a16="http://schemas.microsoft.com/office/drawing/2014/main" id="{FB2D1546-5235-4229-AF00-056DE44EB17D}"/>
              </a:ext>
            </a:extLst>
          </p:cNvPr>
          <p:cNvSpPr>
            <a:spLocks noGrp="1"/>
          </p:cNvSpPr>
          <p:nvPr/>
        </p:nvSpPr>
        <p:spPr>
          <a:xfrm>
            <a:off x="9363075" y="2105025"/>
            <a:ext cx="2219325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方向与参考</a:t>
            </a:r>
          </a:p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美术取舍</a:t>
            </a:r>
          </a:p>
          <a:p>
            <a:pPr algn="l">
              <a:lnSpc>
                <a:spcPct val="116000"/>
              </a:lnSpc>
              <a:buNone/>
              <a:def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整合与 UE 验收</a:t>
            </a:r>
          </a:p>
        </p:txBody>
      </p:sp>
      <p:sp>
        <p:nvSpPr>
          <p:cNvPr id="23" name="第四版文本_251">
            <a:extLst>
              <a:ext uri="{FF2B5EF4-FFF2-40B4-BE49-F238E27FC236}">
                <a16:creationId xmlns:a16="http://schemas.microsoft.com/office/drawing/2014/main" id="{13B963CC-CC03-4511-BE8D-AD68F9C9B1C1}"/>
              </a:ext>
            </a:extLst>
          </p:cNvPr>
          <p:cNvSpPr>
            <a:spLocks noGrp="1"/>
          </p:cNvSpPr>
          <p:nvPr/>
        </p:nvSpPr>
        <p:spPr>
          <a:xfrm>
            <a:off x="9363075" y="3714750"/>
            <a:ext cx="2219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工具中的沉淀</a:t>
            </a:r>
          </a:p>
        </p:txBody>
      </p:sp>
      <p:sp>
        <p:nvSpPr>
          <p:cNvPr id="24" name="第四版文本_252">
            <a:extLst>
              <a:ext uri="{FF2B5EF4-FFF2-40B4-BE49-F238E27FC236}">
                <a16:creationId xmlns:a16="http://schemas.microsoft.com/office/drawing/2014/main" id="{CEE7E443-F380-4736-A902-6E8F3AC99F89}"/>
              </a:ext>
            </a:extLst>
          </p:cNvPr>
          <p:cNvSpPr>
            <a:spLocks noGrp="1"/>
          </p:cNvSpPr>
          <p:nvPr/>
        </p:nvSpPr>
        <p:spPr>
          <a:xfrm>
            <a:off x="9363075" y="4238625"/>
            <a:ext cx="2219325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无效参数给出原因</a:t>
            </a: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颜色与间距用令牌</a:t>
            </a: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F5F5F5">
                    <a:alpha val="68000"/>
                  </a:srgbClr>
                </a:solidFill>
                <a:latin typeface="微软雅黑"/>
                <a:ea typeface="微软雅黑"/>
                <a:cs typeface="微软雅黑"/>
              </a:rPr>
              <a:t>稳定结果保留配方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4C1857A-00E7-468F-8F9F-E7C493F0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关系_253">
            <a:extLst>
              <a:ext uri="{FF2B5EF4-FFF2-40B4-BE49-F238E27FC236}">
                <a16:creationId xmlns:a16="http://schemas.microsoft.com/office/drawing/2014/main" id="{C4C56896-5420-4C43-B9AD-618DA02397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 w="0">
            <a:noFill/>
          </a:ln>
        </p:spPr>
      </p:sp>
      <p:sp>
        <p:nvSpPr>
          <p:cNvPr id="3" name="第四版文本_254">
            <a:extLst>
              <a:ext uri="{FF2B5EF4-FFF2-40B4-BE49-F238E27FC236}">
                <a16:creationId xmlns:a16="http://schemas.microsoft.com/office/drawing/2014/main" id="{C53F935B-1288-45A6-9BF2-41CD83796C9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8572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lnSpc>
                <a:spcPct val="116000"/>
              </a:lnSpc>
              <a:buNone/>
              <a:defRPr sz="9900" b="1">
                <a:solidFill>
                  <a:srgbClr val="F5F5F5"/>
                </a:solidFill>
                <a:latin typeface="Consolas"/>
                <a:ea typeface="Consolas"/>
                <a:cs typeface="Consolas"/>
              </a:defRPr>
            </a:pPr>
            <a:r>
              <a:rPr sz="9900" b="1">
                <a:solidFill>
                  <a:srgbClr val="F5F5F5"/>
                </a:solidFill>
                <a:latin typeface="Consolas"/>
                <a:ea typeface="Consolas"/>
                <a:cs typeface="Consolas"/>
              </a:rPr>
              <a:t>Thank</a:t>
            </a:r>
          </a:p>
        </p:txBody>
      </p:sp>
    </p:spTree>
    <p:extLst>
      <p:ext uri="{BB962C8B-B14F-4D97-AF65-F5344CB8AC3E}">
        <p14:creationId xmlns:p14="http://schemas.microsoft.com/office/powerpoint/2010/main" val="21349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3159</Words>
  <Application>Microsoft Office PowerPoint</Application>
  <DocSecurity>0</DocSecurity>
  <PresentationFormat>宽屏</PresentationFormat>
  <Paragraphs>535</Paragraphs>
  <Slides>20</Slides>
  <Notes>20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loc mai</cp:lastModifiedBy>
  <cp:revision>1</cp:revision>
  <dcterms:created xsi:type="dcterms:W3CDTF">2026-10-30T03:41:29Z</dcterms:created>
  <dcterms:modified xsi:type="dcterms:W3CDTF">2026-10-30T03:45:38Z</dcterms:modified>
</cp:coreProperties>
</file>