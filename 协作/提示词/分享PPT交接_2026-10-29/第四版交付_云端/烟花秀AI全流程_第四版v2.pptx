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25 秒）</a:t>
            </a:r>
          </a:p>
          <a:p>
            <a:r>
              <a:t>提词：三块工作都做了工具 · 分四部分讲</a:t>
            </a:r>
          </a:p>
          <a:p/>
          <a:p>
            <a:r>
              <a:t>大家好，我是____。今天和大家分享跨年烟花秀的制作过程。这一个多月里，效果制作、资源交付和节目编排这三块工作，我都借助 AI 做了工具。我分四部分来讲：先说遇到的挑战，再说解决思路，然后看实践成果，最后分享一点工作方法。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制作规模（约 30 秒）</a:t>
            </a:r>
          </a:p>
          <a:p>
            <a:r>
              <a:t>提词：3 → 26 种 · 1 → 6 档 · 70 → 220 秒 · 两套</a:t>
            </a:r>
          </a:p>
          <a:p/>
          <a:p>
            <a:r>
              <a:t>先说挑战，第一个是规模。去年是 3 种烟花、1 条升空尾缀，节目大约 70 秒；今年开花有 26 种，扇形也算在里面，尾缀分了 6 档，节目大约 220 秒，而且 PC 和手游要各做一套。规模一大，重复的工作也跟着变多，最明显的就是资源交付。</a:t>
            </a:r>
          </a:p>
          <a:p/>
          <a:p>
            <a:r>
              <a:t>依据：去年 3 种、1 条尾缀、约 70 秒为讲者口述；今年 26 种、6 档、219.5 秒：第二版核验 verify_A1_A2 §1、B11 修订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资源交付（约 50 秒）</a:t>
            </a:r>
          </a:p>
          <a:p>
            <a:r>
              <a:t>提词：导出一串规格 · 导入十几项设置 · 绿框三项最要命</a:t>
            </a:r>
          </a:p>
          <a:p/>
          <a:p>
            <a:r>
              <a:t>资源交付分导出和导入两段。导出时，每种烟花都要定取景、帧数、排格和打包，还要做 Ramp 和 Cutout，两个平台各出一份；导入时，每个资源还有十几项引擎设置。以前这些全靠手工一个个做，效果一改就要重来。漏掉一项就会出问题，比如标绿的三项：NeverStream 没关，贴图会常驻内存；PC 主序列带了 Mip，星头会变方；EmissiveDissolve 没设好，最亮的地方会出黑块。除了资源，第三个挑战在编排。</a:t>
            </a:r>
          </a:p>
          <a:p/>
          <a:p>
            <a:r>
              <a:t>依据：12 项设置：烟花贴图规范（与性能组约定）与烟花特效资产规范；三项后果见第 16 页与 LOWQ_FIX_20261018。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编排（约 40 秒）</a:t>
            </a:r>
          </a:p>
          <a:p>
            <a:r>
              <a:t>提词：去年 12 条子序列、2726 条轨道 · 今年 220 秒、24 点位、两平台各 3 档</a:t>
            </a:r>
          </a:p>
          <a:p/>
          <a:p>
            <a:r>
              <a:t>去年的编排是在定序器里手工拼的，一共 12 条子序列、两千七百多条轨道。改一处节奏要逐条对齐，整体构图也很难直接看到，每个画质档还要分别维护。今年节目更长，有 24 个发射点位，PC 和手游各分三档画质，节奏还要跟着音乐反复改，再靠手工排轨就改不过来了。规模、资源交付、编排，这就是三个挑战。下面一个一个说解决思路。</a:t>
            </a:r>
          </a:p>
          <a:p/>
          <a:p>
            <a:r>
              <a:t>依据：12 子序列、2726 轨道：UE 只读统计（10-29，第二版核验 A3）。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烟花烘焙器（约 40 秒）</a:t>
            </a:r>
          </a:p>
          <a:p>
            <a:r>
              <a:t>提词：之前 Blender 出图慢、预览对不上 · 选模板 → 调参 → 存效果 → 派生</a:t>
            </a:r>
          </a:p>
          <a:p/>
          <a:p>
            <a:r>
              <a:t>先说规模。我让 AI 开发了烟花烘焙器。之前也试过用 AI 脚本驱动 Blender 出图，能出，但每一轮都要等渲染，预览和最终输出也对不上。烘焙器只算游戏视角需要的序列，内置了花型模板和多层模板：选一个模板、调一调参数，就是一个新效果，存进效果库以后还能继续派生。效果做得快了，接下来要解决的是怎么把它规范地交出去。</a:t>
            </a:r>
          </a:p>
          <a:p/>
          <a:p>
            <a:r>
              <a:t>依据：模板数量：analysis/results/NF4/缩略图/缩略图.json（4.9.18：花型模板 27、多层模板 30）。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导出规范（约 40 秒）</a:t>
            </a:r>
          </a:p>
          <a:p>
            <a:r>
              <a:t>提词：三种取景 · 两成提到四成 · 其余自动 · 右边回放复核</a:t>
            </a:r>
          </a:p>
          <a:p/>
          <a:p>
            <a:r>
              <a:t>交付分两步，先看导出。第一步是取景：默认用固定框；随开花放大，能让刚开花时拿到更多像素；锚在爆点，适合单侧的花型。扇形测试里，内容占面片的比例从大约两成提到了四成。后面的排格、打包、Ramp、Cutout 和两个平台的导出都是自动完成的。右边是回放复核：按导出的 64 帧贴图一格一格回放，确认交出去的和我们看到的一致。导出之后就是导入。</a:t>
            </a:r>
          </a:p>
          <a:p/>
          <a:p>
            <a:r>
              <a:t>依据：tool/CHANGELOG.md 4.9.33、4.9.81（FC6O 取景估算 0.20 / 0.21 / 0.41）；动图为用户 10-30 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导入规范（约 35 秒）</a:t>
            </a:r>
          </a:p>
          <a:p>
            <a:r>
              <a:t>提词：检查 → 创建 → 确认写入 → 读回 · 规范写进工具</a:t>
            </a:r>
          </a:p>
          <a:p/>
          <a:p>
            <a:r>
              <a:t>导入交给导入器。它读取素材包，先检查命名、尺寸和各项规范，再按平台创建贴图、材质实例和发射器，确认以后写入 UE，并读回核对。和性能组定下的贴图规范，还有包围盒、朝向、EmissiveDissolve 这些设置，都写进了工具，不用再靠人记。资源能顺利进引擎了，剩下的是编排。</a:t>
            </a:r>
          </a:p>
          <a:p/>
          <a:p>
            <a:r>
              <a:t>依据：项目规则 §2 烟花贴图规范（v2.31）；spec/workspace_resource_v1.md。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编排推演（约 50 秒）</a:t>
            </a:r>
          </a:p>
          <a:p>
            <a:r>
              <a:t>提词：800 米大坝 · 点距 100 米 · 1.5 倍 / 2 倍 / 3 倍 · 四档 · 极限帧</a:t>
            </a:r>
          </a:p>
          <a:p/>
          <a:p>
            <a:r>
              <a:t>编排我先做推演。舞台是一座宽约 800 米、高 150 米的大坝，按约 100 米的点距布置发射点，一共 24 个。花径大约是点距的 1.5 倍时，还能分清单朵；到 2 倍以上会连成花墙；3 倍左右就容易糊成一片。按这个关系，把花型分成 S、M、L 和主角四档，定好各自的开花高度，再检查极限帧，也就是同一时刻各档都开到最大时，会不会叠得太满。这些规则写进了编排宪章，每一版都自动检查。规则有了，还需要一个工具把它落地。</a:t>
            </a:r>
          </a:p>
          <a:p/>
          <a:p>
            <a:r>
              <a:t>依据：协作/跨年秀编排宪章.md；第二版重制第 7 页；舞台图按编排工作台设计令牌配色重画（设计值）。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烟花编排工作台（约 45 秒）</a:t>
            </a:r>
          </a:p>
          <a:p>
            <a:r>
              <a:t>提词：基础模板 → 花型模板 → 编排片段 → 导演表 · 改节奏只要重新出表</a:t>
            </a:r>
          </a:p>
          <a:p/>
          <a:p>
            <a:r>
              <a:t>这个工具就是烟花编排工作台。资源表里的效果是基础模板；配上尺寸、高度和尾缀，就成了花型模板；把花型模板放上时间轴，就是编排片段。右边是工作台的整页：左边是模板库，中间是舞台预览，下面是时间轴上的编排片段，右上角的交付按钮生成导演表。片段按音乐分段，可以一段一段调节奏和构图，最后一键生成导演表，导入 UE。改节奏只要重新出一次表。把三个问题和三个工具放在一起，就是下面这张图。</a:t>
            </a:r>
          </a:p>
          <a:p/>
          <a:p>
            <a:r>
              <a:t>依据：云端打开 tool/烟花编排工作台.html（B11 修订 3，2:45.5，PC 高配）：基础模板 33、花型模板 97、编排片段 492。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解决思路汇总（约 35 秒）</a:t>
            </a:r>
          </a:p>
          <a:p>
            <a:r>
              <a:t>提词：三个问题 → 三个工具 → UE · 分工与跨组协作</a:t>
            </a:r>
          </a:p>
          <a:p/>
          <a:p>
            <a:r>
              <a:t>三个问题对应三个工具：烘焙器解决规模，导入器解决资源交付，编排工作台解决编排，工具之间用固定格式衔接，最后在 UE 里播放。分工上，目标、审美和引擎约束由我来定，工具由 AI 开发，关键结果在 UE 里验收；导演蓝图和程序一起设计，贴图规范和性能组一起定。接下来看这些工具实际做出了什么。</a:t>
            </a:r>
          </a:p>
          <a:p/>
          <a:p>
            <a:r>
              <a:t>依据：约 2200 次提交：第二版核验 verify_A1_A2 §1（含后台自动回传）。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资源成果（约 30 秒）</a:t>
            </a:r>
          </a:p>
          <a:p>
            <a:r>
              <a:t>提词：PC 26 种 · 6 档尾缀 · 窜天猴 1 套 · 手游 12 种 · 贴图 212 张</a:t>
            </a:r>
          </a:p>
          <a:p/>
          <a:p>
            <a:r>
              <a:t>先看资源。进入跨年 3.0 资源表的，有球花和扇形 26 种、升空尾缀 6 档、窜天猴一套；手游覆盖 12 种开花，尾缀和窜天猴也都有。引用的贴图去重以后一共 212 张。其中 19 种开花保留了配方和导出记录，以后调参可以直接重新导出。资源之后，看编排。</a:t>
            </a:r>
          </a:p>
          <a:p/>
          <a:p>
            <a:r>
              <a:t>依据：verify_A1_A2 §1、§6；第三版素材/资源分类.md；尾缀格为用户 10-30 UE 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编排成果（约 55 秒）</a:t>
            </a:r>
          </a:p>
          <a:p>
            <a:r>
              <a:t>提词：3:05 同一时刻：PC 31 发、手游 13 发 · 自动分档 · 11 个大版本</a:t>
            </a:r>
          </a:p>
          <a:p/>
          <a:p>
            <a:r>
              <a:t>编排成果先看重叠检查。上面这两张是整场球花最满的时刻，3 分 05 秒：球花按开到最大来画，地面的扇形和升空尾缀是这一刻的状态。PC 高配同时有 31 发球花，手游 13 发，圈和圈重叠的地方，就是推演时要控制的。下面是辅助数据：同一份编排按平台和画质自动分档，PC 一场从大约 1150 次到 440 次播放，手游从 450 次到 180 次，不用每档单独排；一共迭代了 11 个大版本，每版都自动检查。目前节拍对齐的指标还没达到宪章目标，还在继续调。</a:t>
            </a:r>
          </a:p>
          <a:p/>
          <a:p>
            <a:r>
              <a:t>依据：B11 修订 3 编排检查（PC 1145 / 852 / 438，手游 448 / 349 / 181）；重叠图取编排方案 B11 修订 1 页逐 0.5 s 扫描球花面积最大的 185.0 s（PC 小 10 · 中 8 · 大 13；手游同刻大 13），球花按满径、扇形 / 尾缀 / 小平台小花按此刻状态原生绘制；同点同高叠放的两发合成一圈（底色加深）。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接入成果（约 45 秒）</a:t>
            </a:r>
          </a:p>
          <a:p>
            <a:r>
              <a:t>提词：149 / 149 读回一致 · 115 个包无错误 · Overdraw 看叠加</a:t>
            </a:r>
          </a:p>
          <a:p/>
          <a:p>
            <a:r>
              <a:t>再看资源接入。接入这边做过两轮批量修正：贴图规范定下来以后，149 张贴图一次批量重设，读回全部一致；更早一轮修了 115 个包，也没有报错。这些规则现在都在导入器里，新资源进来会自动执行。右边是 UE 里的 Overdraw 视图，颜色越暖叠得越多，哪里需要减层一眼就能看出来。在开发机上实测，PC 高配烟花半透明的耗时在 0.08 到 0.5 毫秒之间。下面讲两个技术案例。</a:t>
            </a:r>
          </a:p>
          <a:p/>
          <a:p>
            <a:r>
              <a:t>依据：TEX_SPEC_20261018/verify.json；资源规范统一_20261016/改后读回.json；实测见 OVERDRAW_B11r3_20261019/看法.md（RTX 5080 编辑器视口，非目标机）；截图为用户提供。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仙女棒（约 40 秒）</a:t>
            </a:r>
          </a:p>
          <a:p>
            <a:r>
              <a:t>提词：一级二级分叉 · 以往 10 个发射器 · 13 类合成 1 张 64 帧 · 左 UE 实录</a:t>
            </a:r>
          </a:p>
          <a:p/>
          <a:p>
            <a:r>
              <a:t>第一个是仙女棒。它的火星有一级、二级分叉，也有清楚和模糊的层次。以往类似的效果，比如窜天猴的拖尾，要用 10 个发射器拼。这次我把之前 Blender 工程里的 13 类火星交给 AI，改成通用的母子分叉，烘焙时合成一张 64 帧序列，每个平台只要一个发射器。左边是 UE 里的实录，右边绿框里是烘焙器的引擎回放。第二个案例是升空尾缀。</a:t>
            </a:r>
          </a:p>
          <a:p/>
          <a:p>
            <a:r>
              <a:t>依据：verify_A4；UE 实录与引擎回放为用户 10-30 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升空尾缀（约 45 秒）</a:t>
            </a:r>
          </a:p>
          <a:p>
            <a:r>
              <a:t>提词：上升段走得快 · 按屏幕位移分帧 · 1.9 → 30 fps · 代价近看略软</a:t>
            </a:r>
          </a:p>
          <a:p/>
          <a:p>
            <a:r>
              <a:t>尾缀的难点在帧数。上升的时候它在屏幕上走得很快，如果按时间平均分帧，这一段每帧跳得太远，看起来一顿一顿的。所以我按观看距离，算出每一帧在屏幕上的位移：走得快的阶段多给帧，慢的阶段少给。L 档上升段最慢处的帧率，从大约 1.9 提到了 30。代价是单格高度变小，近看稍微软一点。左边是 UE 实录，中间是烘焙器里的实时模拟。除了做新效果，排查问题也花了不少时间。</a:t>
            </a:r>
          </a:p>
          <a:p/>
          <a:p>
            <a:r>
              <a:t>依据：第二版重制第 13、19 页；tool/CHANGELOG.md 4.9.26、4.9.31；录屏为用户 10-30 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方头与黑块（约 45 秒）</a:t>
            </a:r>
          </a:p>
          <a:p>
            <a:r>
              <a:t>提词：方头：低配低 Mip → PC 主序列不用 Mip · 黑块：Ramp 末格 → 0.98</a:t>
            </a:r>
          </a:p>
          <a:p/>
          <a:p>
            <a:r>
              <a:t>排查里有两个典型问题。一个是方头，只在低配出现：长条格被压扁后采样到了低 Mip，星头就变方了；固定机位逐档对比后定位，PC 主序列改成不用 Mip。另一个是最亮处的黑块，看上去是一个个黑点：亮度采样落到了 Ramp 最后一格的黑色，把 EmissiveDissolve 设成 0.98 就解决了。这两条都写进了导出和导入规则，后面不会再犯。最后用一段录屏把整个流程串一遍。</a:t>
            </a:r>
          </a:p>
          <a:p/>
          <a:p>
            <a:r>
              <a:t>依据：analysis/results/LOWQ_FIX_20261018；analysis/probe/BC7护栏黑块_2026-10-15（机制复现为模拟）。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流程演示（约 145 秒）</a:t>
            </a:r>
          </a:p>
          <a:p>
            <a:r>
              <a:t>提词：模板调参 → 回放复核 → 双平台导出 → 导入 UE → 编排</a:t>
            </a:r>
          </a:p>
          <a:p/>
          <a:p>
            <a:r>
              <a:t>这段录屏从选模板、调参数开始，在引擎回放里复核，同时导出 PC 和手游，用导入器写进 UE，再到编排工作台排进节目。（播放录屏，约 2 分钟）录屏剪辑过，完整走一遍实际大约 ×× 分钟。最后分享一点工作方法。</a:t>
            </a:r>
          </a:p>
          <a:p/>
          <a:p>
            <a:r>
              <a:t>依据：录屏由讲者提供。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工作方法（约 50 秒）</a:t>
            </a:r>
          </a:p>
          <a:p>
            <a:r>
              <a:t>提词：明确需求 · 建立规范 · 结果把关 · 从一项重复工作开始</a:t>
            </a:r>
          </a:p>
          <a:p/>
          <a:p>
            <a:r>
              <a:t>这一个多月下来，我的体会是：批量需求可以分三个阶段和 AI 协作。第一，明确需求：先定目标、约束和验收标准，让 AI 梳理需要的技术，选最简单可行的方案。第二，建立规范：按效果、工具、编排拆分任务，把参数、交互、编排规则写成宪章，每次开工前先读规范和交接。第三，结果把关：先自动检查，再到 UE 里验收，执行、自检和验收分开记录，通过的版本锁定复用。工具包我会放在 xx 处，建议大家从手边一项重复性工作开始试。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Thank You（约 5 秒）</a:t>
            </a:r>
          </a:p>
          <a:p>
            <a:r>
              <a:t>提词：谢谢 · 欢迎交流</a:t>
            </a:r>
          </a:p>
          <a:p/>
          <a:p>
            <a:r>
              <a:t>以上就是我的分享，谢谢大家，欢迎交流。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gif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gif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gif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gif"/><Relationship Id="rId6" Type="http://schemas.openxmlformats.org/officeDocument/2006/relationships/image" Target="../media/image28.jpg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gif"/><Relationship Id="rId3" Type="http://schemas.openxmlformats.org/officeDocument/2006/relationships/image" Target="../media/image30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394440" y="65278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394440" y="65278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22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512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6609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787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4787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制作与挑战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080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5080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3721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53721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642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56642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制作规模：开花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种、尾缀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档、时长约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66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695700"/>
            <a:ext cx="15062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695700"/>
            <a:ext cx="15062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今年节目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开花种类（含扇形）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63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63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63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0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30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0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70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97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97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输出平台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97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资源交付：出图规格与引擎设置需逐项重复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9100" y="13589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87500"/>
            <a:ext cx="60452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9100" y="1587500"/>
            <a:ext cx="48133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渲染出图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62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18415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69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取景裁切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81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30734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88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100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43053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07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419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55372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26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738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67691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45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合入工程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057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80010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64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376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1" name="Rectangle 30"/>
          <p:cNvSpPr/>
          <p:nvPr/>
        </p:nvSpPr>
        <p:spPr>
          <a:xfrm>
            <a:off x="9232900" y="1689100"/>
            <a:ext cx="1117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83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逐项设置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3695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104648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902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24892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每种烟花需确定的规格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取景与爆点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5905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335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5275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39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格子排布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5905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7335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275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多帧打包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39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5905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7335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5275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4400" y="2489200"/>
            <a:ext cx="685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每个资源需完成的设置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24400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387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8100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40033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54333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33733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DistantVFX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55667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9967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9367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24400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387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8100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手游主序列带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0033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4333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33733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手游最大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55667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469967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49367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手游压缩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ASTC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24400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387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18100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Clamp、NoMip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033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54333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33733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55667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69967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9367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24400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38700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18100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翻转方式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0033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54333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33733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355667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69967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49367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24400" y="2870200"/>
            <a:ext cx="2226733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355667" y="2870200"/>
            <a:ext cx="2226733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040033" y="4584700"/>
            <a:ext cx="2226733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09600" y="53086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09600" y="5448300"/>
            <a:ext cx="10972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原有方式：以上步骤逐个资源手工完成，效果一调整就需重做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漏设一项即出现问题：</a:t>
            </a: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贴图常驻内存（01）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、</a:t>
            </a: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星头方块（03）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、</a:t>
            </a: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最亮处黑块（11）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编排：定序器手工排轨难以支撑今年规模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20"/>
              </a:lnSpc>
            </a:pPr>
            <a:r>
              <a:rPr sz="3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2726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条轨道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2796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0300" y="21971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调整节奏需逐条对齐轨道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5717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0300" y="24892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无法直观预览整体构图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8638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0300" y="27813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各画质档需分别维护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1559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0300" y="30734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内存占用偏高（性能组反馈）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5306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37084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0005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秒节目时长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31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965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5245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节奏需随音乐反复调整，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手工排轨的修改成本过高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烟花烘焙器：从模板快速生成效果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此前尝试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脚本驱动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4066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3241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每轮等待离线渲染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27368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26543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预览与输出不一致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111500"/>
            <a:ext cx="27813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32766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烘焙器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3568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822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实时调参；导出后在烘焙器内回放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4330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快速输出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00" y="4584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即改即看，直接输出引擎格式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" y="5092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项目定制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00" y="5346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按本项目舞台、视距与规范</a:t>
            </a:r>
          </a:p>
        </p:txBody>
      </p:sp>
      <p:pic>
        <p:nvPicPr>
          <p:cNvPr id="21" name="Picture 20" descr="p05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095500"/>
          </a:xfrm>
          <a:prstGeom prst="rect">
            <a:avLst/>
          </a:prstGeom>
        </p:spPr>
      </p:pic>
      <p:pic>
        <p:nvPicPr>
          <p:cNvPr id="22" name="Picture 21" descr="p05_mult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095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单层花型模板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655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多层模板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pic>
        <p:nvPicPr>
          <p:cNvPr id="25" name="Picture 24" descr="p05_fx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810000"/>
            <a:ext cx="3625850" cy="2095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03700" y="59563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效果库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基于模板调出的效果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550" y="38100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制作流程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6550" y="41275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3550" y="41275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0" y="41275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6300" y="44958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7956550" y="45847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550" y="45847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4550" y="45847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调整参数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66300" y="49530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6" name="Rectangle 35"/>
          <p:cNvSpPr/>
          <p:nvPr/>
        </p:nvSpPr>
        <p:spPr>
          <a:xfrm>
            <a:off x="7956550" y="50419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550" y="50419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4550" y="50419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保存为效果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66300" y="54102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40" name="Rectangle 39"/>
          <p:cNvSpPr/>
          <p:nvPr/>
        </p:nvSpPr>
        <p:spPr>
          <a:xfrm>
            <a:off x="7956550" y="54991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3550" y="54991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4550" y="54991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派生与复用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导出规范：取景、打包与双平台输出自动完成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6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286000" cy="1739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8" name="Picture 7" descr="p06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358900"/>
            <a:ext cx="2286000" cy="1739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480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0" name="Picture 9" descr="p06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358900"/>
            <a:ext cx="2286000" cy="1739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479800"/>
            <a:ext cx="716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绿点为爆点；比例为扇形开满时内容占面片的比例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4800" y="1358900"/>
            <a:ext cx="3657600" cy="2266950"/>
          </a:xfrm>
          <a:prstGeom prst="rect">
            <a:avLst/>
          </a:prstGeom>
          <a:solidFill>
            <a:srgbClr val="0A0A0A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gif_review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800" y="1511300"/>
            <a:ext cx="3657600" cy="19621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693400" y="15875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10693400" y="15875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工具录屏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0" y="3683000"/>
            <a:ext cx="3657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回放复核：按导出的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帧贴图逐格回放，高亮当前格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600" y="4127500"/>
            <a:ext cx="38100" cy="133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三种方式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按花型选择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553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77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77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烘焙后收紧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77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按每帧内容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二次收紧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10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34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4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4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按形状排格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每张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68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92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92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灰度查色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按收益生成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925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449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449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449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同时输出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382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906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906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回放复核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906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在烘焙器内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按导出贴图回放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515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原本手工完成的取景、排格与合通道，现在每次导出自动执行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导入规范：检查、创建、设置与读回由工具完成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7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6004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烟花素材导入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3589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读取素材包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600" y="16637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烘焙器导出后直接进入导入清单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352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2606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检查规范项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600" y="25654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命名、尺寸、平台，不合格先拦截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136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1623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创建与设置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34671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按平台创建贴图、材质实例、发射器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038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064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确认写入，读回核对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4368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检查阶段不修改工程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1181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内置于工具的引擎规范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贴图组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≤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Clamp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翻转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编排推演：由舞台、花径与点距推导分档和极限帧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4064000"/>
          </a:xfrm>
          <a:prstGeom prst="rect">
            <a:avLst/>
          </a:prstGeom>
          <a:solidFill>
            <a:srgbClr val="111D21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1200" y="1460500"/>
            <a:ext cx="6413500" cy="3860800"/>
          </a:xfrm>
          <a:prstGeom prst="rect">
            <a:avLst/>
          </a:prstGeom>
          <a:solidFill>
            <a:srgbClr val="101A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66800" y="5105400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762000" y="5016500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66800" y="4393671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762000" y="4304771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66800" y="3681942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762000" y="3593042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300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6800" y="2970212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2000" y="2881312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450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66800" y="2258483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762000" y="2169583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600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30186" y="4393671"/>
            <a:ext cx="3795889" cy="711729"/>
          </a:xfrm>
          <a:prstGeom prst="rect">
            <a:avLst/>
          </a:prstGeom>
          <a:solidFill>
            <a:srgbClr val="1E3036"/>
          </a:solidFill>
          <a:ln w="9525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2341915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3053644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002617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14346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sp>
        <p:nvSpPr>
          <p:cNvPr id="23" name="Rectangle 22"/>
          <p:cNvSpPr/>
          <p:nvPr/>
        </p:nvSpPr>
        <p:spPr>
          <a:xfrm>
            <a:off x="3053644" y="4868157"/>
            <a:ext cx="948972" cy="237243"/>
          </a:xfrm>
          <a:prstGeom prst="rect">
            <a:avLst/>
          </a:prstGeom>
          <a:noFill/>
          <a:ln w="762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76875" y="4406371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坝顶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0717" y="4715757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前台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867429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341915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816401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290888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765374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4239860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4714346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5188832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2104672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3053644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002617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4951589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8" name="Connector 37"/>
          <p:cNvCxnSpPr/>
          <p:nvPr/>
        </p:nvCxnSpPr>
        <p:spPr>
          <a:xfrm flipV="1">
            <a:off x="1630186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9" name="Connector 38"/>
          <p:cNvCxnSpPr/>
          <p:nvPr/>
        </p:nvCxnSpPr>
        <p:spPr>
          <a:xfrm flipV="1">
            <a:off x="2579158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0" name="Connector 39"/>
          <p:cNvCxnSpPr/>
          <p:nvPr/>
        </p:nvCxnSpPr>
        <p:spPr>
          <a:xfrm flipV="1">
            <a:off x="4477103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1" name="Connector 40"/>
          <p:cNvCxnSpPr/>
          <p:nvPr/>
        </p:nvCxnSpPr>
        <p:spPr>
          <a:xfrm flipV="1">
            <a:off x="5426075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528131" y="2495726"/>
            <a:ext cx="0" cy="1897945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1653910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128397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02883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077369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551855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026341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00827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75313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748808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97780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46752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95724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84527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033499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931444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880416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863850" y="1831446"/>
            <a:ext cx="1328561" cy="1328561"/>
          </a:xfrm>
          <a:prstGeom prst="ellipse">
            <a:avLst/>
          </a:prstGeom>
          <a:solidFill>
            <a:srgbClr val="83DFC0">
              <a:alpha val="12000"/>
            </a:srgbClr>
          </a:solidFill>
          <a:ln w="15240">
            <a:solidFill>
              <a:srgbClr val="83DFC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H="1" flipV="1">
            <a:off x="2174716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1" name="Connector 60"/>
          <p:cNvCxnSpPr/>
          <p:nvPr/>
        </p:nvCxnSpPr>
        <p:spPr>
          <a:xfrm flipH="1" flipV="1">
            <a:off x="2249673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2" name="Connector 61"/>
          <p:cNvCxnSpPr/>
          <p:nvPr/>
        </p:nvCxnSpPr>
        <p:spPr>
          <a:xfrm flipV="1">
            <a:off x="2341915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3" name="Connector 62"/>
          <p:cNvCxnSpPr/>
          <p:nvPr/>
        </p:nvCxnSpPr>
        <p:spPr>
          <a:xfrm flipV="1">
            <a:off x="2341915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4" name="Connector 63"/>
          <p:cNvCxnSpPr/>
          <p:nvPr/>
        </p:nvCxnSpPr>
        <p:spPr>
          <a:xfrm flipV="1">
            <a:off x="2341915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5" name="Connector 64"/>
          <p:cNvCxnSpPr/>
          <p:nvPr/>
        </p:nvCxnSpPr>
        <p:spPr>
          <a:xfrm flipH="1" flipV="1">
            <a:off x="3123688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6" name="Connector 65"/>
          <p:cNvCxnSpPr/>
          <p:nvPr/>
        </p:nvCxnSpPr>
        <p:spPr>
          <a:xfrm flipH="1" flipV="1">
            <a:off x="3198645" y="4195857"/>
            <a:ext cx="92243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7" name="Connector 66"/>
          <p:cNvCxnSpPr/>
          <p:nvPr/>
        </p:nvCxnSpPr>
        <p:spPr>
          <a:xfrm flipV="1">
            <a:off x="3290888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8" name="Connector 67"/>
          <p:cNvCxnSpPr/>
          <p:nvPr/>
        </p:nvCxnSpPr>
        <p:spPr>
          <a:xfrm flipV="1">
            <a:off x="3290888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9" name="Connector 68"/>
          <p:cNvCxnSpPr/>
          <p:nvPr/>
        </p:nvCxnSpPr>
        <p:spPr>
          <a:xfrm flipV="1">
            <a:off x="3290888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0" name="Connector 69"/>
          <p:cNvCxnSpPr/>
          <p:nvPr/>
        </p:nvCxnSpPr>
        <p:spPr>
          <a:xfrm flipH="1" flipV="1">
            <a:off x="3598174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1" name="Connector 70"/>
          <p:cNvCxnSpPr/>
          <p:nvPr/>
        </p:nvCxnSpPr>
        <p:spPr>
          <a:xfrm flipH="1" flipV="1">
            <a:off x="3673131" y="4195857"/>
            <a:ext cx="92243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2" name="Connector 71"/>
          <p:cNvCxnSpPr/>
          <p:nvPr/>
        </p:nvCxnSpPr>
        <p:spPr>
          <a:xfrm flipV="1">
            <a:off x="3765374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3" name="Connector 72"/>
          <p:cNvCxnSpPr/>
          <p:nvPr/>
        </p:nvCxnSpPr>
        <p:spPr>
          <a:xfrm flipV="1">
            <a:off x="3765374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4" name="Connector 73"/>
          <p:cNvCxnSpPr/>
          <p:nvPr/>
        </p:nvCxnSpPr>
        <p:spPr>
          <a:xfrm flipV="1">
            <a:off x="3765374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5" name="Connector 74"/>
          <p:cNvCxnSpPr/>
          <p:nvPr/>
        </p:nvCxnSpPr>
        <p:spPr>
          <a:xfrm flipH="1" flipV="1">
            <a:off x="4547146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6" name="Connector 75"/>
          <p:cNvCxnSpPr/>
          <p:nvPr/>
        </p:nvCxnSpPr>
        <p:spPr>
          <a:xfrm flipH="1" flipV="1">
            <a:off x="4622104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7" name="Connector 76"/>
          <p:cNvCxnSpPr/>
          <p:nvPr/>
        </p:nvCxnSpPr>
        <p:spPr>
          <a:xfrm flipV="1">
            <a:off x="4714346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8" name="Connector 77"/>
          <p:cNvCxnSpPr/>
          <p:nvPr/>
        </p:nvCxnSpPr>
        <p:spPr>
          <a:xfrm flipV="1">
            <a:off x="4714346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9" name="Connector 78"/>
          <p:cNvCxnSpPr/>
          <p:nvPr/>
        </p:nvCxnSpPr>
        <p:spPr>
          <a:xfrm flipV="1">
            <a:off x="4714346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sp>
        <p:nvSpPr>
          <p:cNvPr id="80" name="Isosceles Triangle 79"/>
          <p:cNvSpPr/>
          <p:nvPr/>
        </p:nvSpPr>
        <p:spPr>
          <a:xfrm>
            <a:off x="1598436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Isosceles Triangle 80"/>
          <p:cNvSpPr/>
          <p:nvPr/>
        </p:nvSpPr>
        <p:spPr>
          <a:xfrm>
            <a:off x="2072922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Isosceles Triangle 81"/>
          <p:cNvSpPr/>
          <p:nvPr/>
        </p:nvSpPr>
        <p:spPr>
          <a:xfrm>
            <a:off x="2547408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Isosceles Triangle 82"/>
          <p:cNvSpPr/>
          <p:nvPr/>
        </p:nvSpPr>
        <p:spPr>
          <a:xfrm>
            <a:off x="3021894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Isosceles Triangle 83"/>
          <p:cNvSpPr/>
          <p:nvPr/>
        </p:nvSpPr>
        <p:spPr>
          <a:xfrm>
            <a:off x="3496381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Isosceles Triangle 84"/>
          <p:cNvSpPr/>
          <p:nvPr/>
        </p:nvSpPr>
        <p:spPr>
          <a:xfrm>
            <a:off x="3970867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Isosceles Triangle 85"/>
          <p:cNvSpPr/>
          <p:nvPr/>
        </p:nvSpPr>
        <p:spPr>
          <a:xfrm>
            <a:off x="4445353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Isosceles Triangle 86"/>
          <p:cNvSpPr/>
          <p:nvPr/>
        </p:nvSpPr>
        <p:spPr>
          <a:xfrm>
            <a:off x="4919839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Isosceles Triangle 87"/>
          <p:cNvSpPr/>
          <p:nvPr/>
        </p:nvSpPr>
        <p:spPr>
          <a:xfrm>
            <a:off x="5394325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848379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22865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797351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271838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746324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220810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695296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169782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082043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224389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366735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09081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651426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793772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36118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299200" y="3605742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29297"/>
                </a:solidFill>
                <a:latin typeface="Consolas"/>
                <a:ea typeface="微软雅黑"/>
                <a:cs typeface="微软雅黑"/>
              </a:rPr>
              <a:t>S</a:t>
            </a:r>
            <a:r>
              <a:rPr sz="700" b="0" lang="zh-CN" altLang="en-US">
                <a:solidFill>
                  <a:srgbClr val="829297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29297"/>
                </a:solidFill>
                <a:latin typeface="Consolas"/>
                <a:ea typeface="微软雅黑"/>
                <a:cs typeface="微软雅黑"/>
              </a:rPr>
              <a:t>+150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99200" y="3321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9EB6BC"/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700" b="0" lang="zh-CN" altLang="en-US">
                <a:solidFill>
                  <a:srgbClr val="9EB6BC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9EB6BC"/>
                </a:solidFill>
                <a:latin typeface="Consolas"/>
                <a:ea typeface="微软雅黑"/>
                <a:cs typeface="微软雅黑"/>
              </a:rPr>
              <a:t>+210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99200" y="2751667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B6C7CB"/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700" b="0" lang="zh-CN" altLang="en-US">
                <a:solidFill>
                  <a:srgbClr val="B6C7CB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B6C7CB"/>
                </a:solidFill>
                <a:latin typeface="Consolas"/>
                <a:ea typeface="微软雅黑"/>
                <a:cs typeface="微软雅黑"/>
              </a:rPr>
              <a:t>+330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99200" y="2419526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主角</a:t>
            </a:r>
            <a:r>
              <a:rPr sz="700" b="0" lang="zh-CN" altLang="en-US">
                <a:solidFill>
                  <a:srgbClr val="83DFC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+400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838200" y="5232400"/>
            <a:ext cx="474486" cy="0"/>
          </a:xfrm>
          <a:prstGeom prst="line">
            <a:avLst/>
          </a:prstGeom>
          <a:ln w="9525">
            <a:solidFill>
              <a:srgbClr val="8FA7AA"/>
            </a:solidFill>
          </a:ln>
        </p:spPr>
      </p:cxnSp>
      <p:sp>
        <p:nvSpPr>
          <p:cNvPr id="109" name="TextBox 108"/>
          <p:cNvSpPr txBox="1"/>
          <p:nvPr/>
        </p:nvSpPr>
        <p:spPr>
          <a:xfrm>
            <a:off x="1350786" y="51562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711700" y="1524000"/>
            <a:ext cx="23495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大坝宽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40600" y="1498600"/>
            <a:ext cx="4089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406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391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916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981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尾缀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340600" y="19558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3406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0391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916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981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340600" y="22860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406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391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9916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1981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340600" y="26162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3406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391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916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981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340600" y="29464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3406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391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9916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1981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340600" y="32766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40600" y="3479800"/>
            <a:ext cx="4089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花径与点距之比</a:t>
            </a:r>
          </a:p>
        </p:txBody>
      </p:sp>
      <p:sp>
        <p:nvSpPr>
          <p:cNvPr id="138" name="Oval 137"/>
          <p:cNvSpPr/>
          <p:nvPr/>
        </p:nvSpPr>
        <p:spPr>
          <a:xfrm>
            <a:off x="7704667" y="3873500"/>
            <a:ext cx="381000" cy="381000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958667" y="3873500"/>
            <a:ext cx="381000" cy="381000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340600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1.5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40600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可分辨单花</a:t>
            </a:r>
          </a:p>
        </p:txBody>
      </p:sp>
      <p:sp>
        <p:nvSpPr>
          <p:cNvPr id="142" name="Oval 141"/>
          <p:cNvSpPr/>
          <p:nvPr/>
        </p:nvSpPr>
        <p:spPr>
          <a:xfrm>
            <a:off x="9032066" y="3817806"/>
            <a:ext cx="492387" cy="492387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246147" y="3817806"/>
            <a:ext cx="492387" cy="492387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03733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2.3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703733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形成花墙</a:t>
            </a:r>
          </a:p>
        </p:txBody>
      </p:sp>
      <p:sp>
        <p:nvSpPr>
          <p:cNvPr id="146" name="Oval 145"/>
          <p:cNvSpPr/>
          <p:nvPr/>
        </p:nvSpPr>
        <p:spPr>
          <a:xfrm>
            <a:off x="10363441" y="3775256"/>
            <a:ext cx="577488" cy="577488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555937" y="3775256"/>
            <a:ext cx="577488" cy="577488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066867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3.0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066867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容易糊成一片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0960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960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63906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3" name="Rectangle 152"/>
          <p:cNvSpPr/>
          <p:nvPr/>
        </p:nvSpPr>
        <p:spPr>
          <a:xfrm>
            <a:off x="285496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85496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分档与高度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488442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6" name="Rectangle 155"/>
          <p:cNvSpPr/>
          <p:nvPr/>
        </p:nvSpPr>
        <p:spPr>
          <a:xfrm>
            <a:off x="510032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10032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极限帧检查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712978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9" name="Rectangle 158"/>
          <p:cNvSpPr/>
          <p:nvPr/>
        </p:nvSpPr>
        <p:spPr>
          <a:xfrm>
            <a:off x="7345680" y="5613400"/>
            <a:ext cx="1991360" cy="381000"/>
          </a:xfrm>
          <a:prstGeom prst="rect">
            <a:avLst/>
          </a:prstGeom>
          <a:solidFill>
            <a:srgbClr val="1B2A2F"/>
          </a:solidFill>
          <a:ln w="12700">
            <a:solidFill>
              <a:srgbClr val="00D4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34568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937514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62" name="Rectangle 161"/>
          <p:cNvSpPr/>
          <p:nvPr/>
        </p:nvSpPr>
        <p:spPr>
          <a:xfrm>
            <a:off x="959104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59104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烟花编排工作台：模板、片段到导演表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589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基础模板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37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资源表中的效果，统一比例参照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3900" y="17653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09600" y="24003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257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花型模板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305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组合尺寸、高度与尾缀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900" y="28321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09600" y="34671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4925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编排片段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973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模板放上时间轴，按音乐分段调整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3900" y="38989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9600" y="4533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593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641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一键生成三张表，导入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896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可视化编排，程序化检查与输出</a:t>
            </a:r>
          </a:p>
        </p:txBody>
      </p:sp>
      <p:pic>
        <p:nvPicPr>
          <p:cNvPr id="22" name="Picture 21" descr="p09_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7378700" cy="41529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203700" y="1812383"/>
            <a:ext cx="1047237" cy="1823538"/>
          </a:xfrm>
          <a:prstGeom prst="rect">
            <a:avLst/>
          </a:prstGeom>
          <a:noFill/>
          <a:ln w="9525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4500" y="1863183"/>
            <a:ext cx="1101725" cy="228600"/>
          </a:xfrm>
          <a:prstGeom prst="rect">
            <a:avLst/>
          </a:prstGeom>
          <a:solidFill>
            <a:srgbClr val="0A0A0A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4500" y="1863183"/>
            <a:ext cx="11017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000" b="0" lang="zh-CN" altLang="en-US">
                <a:solidFill>
                  <a:srgbClr val="F5F5F5">
                    <a:alpha val="9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b="0" lang="zh-CN" altLang="en-US">
                <a:solidFill>
                  <a:srgbClr val="F5F5F5">
                    <a:alpha val="90000"/>
                  </a:srgbClr>
                </a:solidFill>
                <a:latin typeface="Consolas"/>
                <a:ea typeface="微软雅黑"/>
                <a:cs typeface="微软雅黑"/>
              </a:rPr>
              <a:t>模板库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57022" y="4452574"/>
            <a:ext cx="6725378" cy="759007"/>
          </a:xfrm>
          <a:prstGeom prst="rect">
            <a:avLst/>
          </a:prstGeom>
          <a:noFill/>
          <a:ln w="9525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07822" y="4503374"/>
            <a:ext cx="933450" cy="228600"/>
          </a:xfrm>
          <a:prstGeom prst="rect">
            <a:avLst/>
          </a:prstGeom>
          <a:solidFill>
            <a:srgbClr val="0A0A0A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07822" y="4503374"/>
            <a:ext cx="9334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000" b="0" lang="zh-CN" altLang="en-US">
                <a:solidFill>
                  <a:srgbClr val="F5F5F5">
                    <a:alpha val="9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b="0" lang="zh-CN" altLang="en-US">
                <a:solidFill>
                  <a:srgbClr val="F5F5F5">
                    <a:alpha val="90000"/>
                  </a:srgbClr>
                </a:solidFill>
                <a:latin typeface="Consolas"/>
                <a:ea typeface="微软雅黑"/>
                <a:cs typeface="微软雅黑"/>
              </a:rPr>
              <a:t>编排片段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121231" y="1401174"/>
            <a:ext cx="461169" cy="153723"/>
          </a:xfrm>
          <a:prstGeom prst="rect">
            <a:avLst/>
          </a:prstGeom>
          <a:noFill/>
          <a:ln w="9525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75950" y="1605697"/>
            <a:ext cx="806450" cy="228600"/>
          </a:xfrm>
          <a:prstGeom prst="rect">
            <a:avLst/>
          </a:prstGeom>
          <a:solidFill>
            <a:srgbClr val="0A0A0A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75950" y="1605697"/>
            <a:ext cx="8064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000" b="0" lang="zh-CN" altLang="en-US">
                <a:solidFill>
                  <a:srgbClr val="F5F5F5">
                    <a:alpha val="9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b="0" lang="zh-CN" altLang="en-US">
                <a:solidFill>
                  <a:srgbClr val="F5F5F5">
                    <a:alpha val="90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汇总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解决思路：三个问题，三个工具，一条交付链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模板生成效果，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按规范导出两套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检查、创建、设置，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读回核对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推演规则，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按三张表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080000"/>
            <a:ext cx="5842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目标、审美与引擎约束由我确定；工具由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开发，关键结果在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一人对接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AI；仓库约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次提交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跨组协作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080000"/>
            <a:ext cx="3810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资源成果：球花、扇形、尾缀与窜天猴全部入表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1_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032000" cy="203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金蕊柠</a:t>
            </a:r>
          </a:p>
        </p:txBody>
      </p:sp>
      <p:pic>
        <p:nvPicPr>
          <p:cNvPr id="8" name="Picture 7" descr="p11_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1358900"/>
            <a:ext cx="2032000" cy="203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940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金锦菊</a:t>
            </a:r>
          </a:p>
        </p:txBody>
      </p:sp>
      <p:pic>
        <p:nvPicPr>
          <p:cNvPr id="10" name="Picture 9" descr="p11_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400" y="1358900"/>
            <a:ext cx="2032000" cy="203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784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pic>
        <p:nvPicPr>
          <p:cNvPr id="12" name="Picture 11" descr="p11_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721100"/>
            <a:ext cx="20320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小金花</a:t>
            </a:r>
          </a:p>
        </p:txBody>
      </p:sp>
      <p:pic>
        <p:nvPicPr>
          <p:cNvPr id="14" name="Picture 13" descr="p11_fa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4000" y="3721100"/>
            <a:ext cx="2032000" cy="203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940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78400" y="3721100"/>
            <a:ext cx="2032000" cy="2032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gif_rise_ue1.gi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721100"/>
            <a:ext cx="2032000" cy="2032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054600" y="54229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ource_tag"/>
          <p:cNvSpPr txBox="1"/>
          <p:nvPr/>
        </p:nvSpPr>
        <p:spPr>
          <a:xfrm>
            <a:off x="5054600" y="54229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84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6510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种开花（球花与扇形）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0193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3876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9210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2131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5814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9497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44831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46355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引用贴图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914900"/>
            <a:ext cx="42672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共用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219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去重共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张；19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种开花保留配方，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调参后可重新导出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编排成果：同一编排分档输出，最满时刻重叠可查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同一时刻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3:05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各档开到最大</a:t>
            </a:r>
          </a:p>
        </p:txBody>
      </p:sp>
      <p:sp>
        <p:nvSpPr>
          <p:cNvPr id="7" name="Oval 6"/>
          <p:cNvSpPr/>
          <p:nvPr/>
        </p:nvSpPr>
        <p:spPr>
          <a:xfrm>
            <a:off x="7061200" y="1409700"/>
            <a:ext cx="127000" cy="127000"/>
          </a:xfrm>
          <a:prstGeom prst="ellipse">
            <a:avLst/>
          </a:prstGeom>
          <a:noFill/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0" y="1358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⌀90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9" name="Oval 8"/>
          <p:cNvSpPr/>
          <p:nvPr/>
        </p:nvSpPr>
        <p:spPr>
          <a:xfrm>
            <a:off x="8191500" y="1409700"/>
            <a:ext cx="127000" cy="127000"/>
          </a:xfrm>
          <a:prstGeom prst="ellipse">
            <a:avLst/>
          </a:prstGeom>
          <a:noFill/>
          <a:ln w="8890">
            <a:solidFill>
              <a:srgbClr val="F5F5F5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9300" y="1358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⌀150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" name="Oval 10"/>
          <p:cNvSpPr/>
          <p:nvPr/>
        </p:nvSpPr>
        <p:spPr>
          <a:xfrm>
            <a:off x="9321800" y="1409700"/>
            <a:ext cx="127000" cy="127000"/>
          </a:xfrm>
          <a:prstGeom prst="ellipse">
            <a:avLst/>
          </a:prstGeom>
          <a:noFill/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99600" y="1358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大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⌀230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" name="Oval 12"/>
          <p:cNvSpPr/>
          <p:nvPr/>
        </p:nvSpPr>
        <p:spPr>
          <a:xfrm>
            <a:off x="10452100" y="1409700"/>
            <a:ext cx="127000" cy="127000"/>
          </a:xfrm>
          <a:prstGeom prst="ellipse">
            <a:avLst/>
          </a:prstGeom>
          <a:noFill/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29900" y="1358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主角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⌀340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1638300"/>
            <a:ext cx="5410200" cy="3175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90600" y="3561255"/>
            <a:ext cx="4902200" cy="0"/>
          </a:xfrm>
          <a:prstGeom prst="line">
            <a:avLst/>
          </a:prstGeom>
          <a:ln w="6350">
            <a:solidFill>
              <a:srgbClr val="F5F5F5">
                <a:alpha val="7000"/>
              </a:srgbClr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98500" y="3485055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300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90600" y="3030483"/>
            <a:ext cx="4902200" cy="0"/>
          </a:xfrm>
          <a:prstGeom prst="line">
            <a:avLst/>
          </a:prstGeom>
          <a:ln w="6350">
            <a:solidFill>
              <a:srgbClr val="F5F5F5">
                <a:alpha val="7000"/>
              </a:srgbClr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698500" y="2954283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450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90600" y="2499710"/>
            <a:ext cx="4902200" cy="0"/>
          </a:xfrm>
          <a:prstGeom prst="line">
            <a:avLst/>
          </a:prstGeom>
          <a:ln w="6350">
            <a:solidFill>
              <a:srgbClr val="F5F5F5">
                <a:alpha val="7000"/>
              </a:srgbClr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698500" y="242351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600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26307" y="4092028"/>
            <a:ext cx="2830786" cy="530772"/>
          </a:xfrm>
          <a:prstGeom prst="rect">
            <a:avLst/>
          </a:prstGeom>
          <a:solidFill>
            <a:srgbClr val="F5F5F5">
              <a:alpha val="3500"/>
            </a:srgbClr>
          </a:solidFill>
          <a:ln w="6350">
            <a:solidFill>
              <a:srgbClr val="F5F5F5">
                <a:alpha val="22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557079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3087852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3795548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4326321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3087852" y="4445876"/>
            <a:ext cx="707697" cy="176924"/>
          </a:xfrm>
          <a:prstGeom prst="rect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1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8500" y="4015828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9" name="Isosceles Triangle 28"/>
          <p:cNvSpPr/>
          <p:nvPr/>
        </p:nvSpPr>
        <p:spPr>
          <a:xfrm>
            <a:off x="2083019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2390867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Isosceles Triangle 30"/>
          <p:cNvSpPr/>
          <p:nvPr/>
        </p:nvSpPr>
        <p:spPr>
          <a:xfrm>
            <a:off x="2712869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3056102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Isosceles Triangle 32"/>
          <p:cNvSpPr/>
          <p:nvPr/>
        </p:nvSpPr>
        <p:spPr>
          <a:xfrm>
            <a:off x="3409950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3763798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Isosceles Triangle 34"/>
          <p:cNvSpPr/>
          <p:nvPr/>
        </p:nvSpPr>
        <p:spPr>
          <a:xfrm>
            <a:off x="4107031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Isosceles Triangle 35"/>
          <p:cNvSpPr/>
          <p:nvPr/>
        </p:nvSpPr>
        <p:spPr>
          <a:xfrm>
            <a:off x="4429033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Isosceles Triangle 36"/>
          <p:cNvSpPr/>
          <p:nvPr/>
        </p:nvSpPr>
        <p:spPr>
          <a:xfrm>
            <a:off x="4736881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251412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555722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898955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245726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599574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946345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89578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593888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317849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Diamond 46"/>
          <p:cNvSpPr/>
          <p:nvPr/>
        </p:nvSpPr>
        <p:spPr>
          <a:xfrm>
            <a:off x="3259880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334126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Diamond 48"/>
          <p:cNvSpPr/>
          <p:nvPr/>
        </p:nvSpPr>
        <p:spPr>
          <a:xfrm>
            <a:off x="3422650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Diamond 49"/>
          <p:cNvSpPr/>
          <p:nvPr/>
        </p:nvSpPr>
        <p:spPr>
          <a:xfrm>
            <a:off x="350403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Diamond 50"/>
          <p:cNvSpPr/>
          <p:nvPr/>
        </p:nvSpPr>
        <p:spPr>
          <a:xfrm>
            <a:off x="3585420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366680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 flipV="1">
            <a:off x="3800891" y="3932142"/>
            <a:ext cx="59562" cy="57518"/>
          </a:xfrm>
          <a:prstGeom prst="line">
            <a:avLst/>
          </a:prstGeom>
          <a:ln w="6350">
            <a:solidFill>
              <a:srgbClr val="F5F5F5">
                <a:alpha val="10695"/>
              </a:srgbClr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 flipV="1">
            <a:off x="3825851" y="3887444"/>
            <a:ext cx="46898" cy="68238"/>
          </a:xfrm>
          <a:prstGeom prst="line">
            <a:avLst/>
          </a:prstGeom>
          <a:ln w="6350">
            <a:solidFill>
              <a:srgbClr val="F5F5F5">
                <a:alpha val="14515"/>
              </a:srgbClr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 flipV="1">
            <a:off x="3863698" y="3849943"/>
            <a:ext cx="32353" cy="76218"/>
          </a:xfrm>
          <a:prstGeom prst="line">
            <a:avLst/>
          </a:prstGeom>
          <a:ln w="6350">
            <a:solidFill>
              <a:srgbClr val="F5F5F5">
                <a:alpha val="18335"/>
              </a:srgbClr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3912105" y="3824880"/>
            <a:ext cx="16508" cy="81138"/>
          </a:xfrm>
          <a:prstGeom prst="line">
            <a:avLst/>
          </a:prstGeom>
          <a:ln w="6350">
            <a:solidFill>
              <a:srgbClr val="F5F5F5">
                <a:alpha val="22154"/>
              </a:srgbClr>
            </a:solidFill>
          </a:ln>
        </p:spPr>
      </p:cxnSp>
      <p:cxnSp>
        <p:nvCxnSpPr>
          <p:cNvPr id="57" name="Connector 56"/>
          <p:cNvCxnSpPr/>
          <p:nvPr/>
        </p:nvCxnSpPr>
        <p:spPr>
          <a:xfrm flipV="1">
            <a:off x="3966457" y="3816066"/>
            <a:ext cx="0" cy="82800"/>
          </a:xfrm>
          <a:prstGeom prst="line">
            <a:avLst/>
          </a:prstGeom>
          <a:ln w="6350">
            <a:solidFill>
              <a:srgbClr val="F5F5F5">
                <a:alpha val="25974"/>
              </a:srgbClr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4004299" y="3824890"/>
            <a:ext cx="16508" cy="81139"/>
          </a:xfrm>
          <a:prstGeom prst="line">
            <a:avLst/>
          </a:prstGeom>
          <a:ln w="6350">
            <a:solidFill>
              <a:srgbClr val="F5F5F5">
                <a:alpha val="29794"/>
              </a:srgbClr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4036855" y="3849961"/>
            <a:ext cx="32353" cy="76218"/>
          </a:xfrm>
          <a:prstGeom prst="line">
            <a:avLst/>
          </a:prstGeom>
          <a:ln w="6350">
            <a:solidFill>
              <a:srgbClr val="F5F5F5">
                <a:alpha val="33613"/>
              </a:srgbClr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4060148" y="3887468"/>
            <a:ext cx="46899" cy="68238"/>
          </a:xfrm>
          <a:prstGeom prst="line">
            <a:avLst/>
          </a:prstGeom>
          <a:ln w="6350">
            <a:solidFill>
              <a:srgbClr val="F5F5F5">
                <a:alpha val="37433"/>
              </a:srgbClr>
            </a:solidFill>
          </a:ln>
        </p:spPr>
      </p:cxnSp>
      <p:cxnSp>
        <p:nvCxnSpPr>
          <p:cNvPr id="61" name="Connector 60"/>
          <p:cNvCxnSpPr/>
          <p:nvPr/>
        </p:nvCxnSpPr>
        <p:spPr>
          <a:xfrm flipV="1">
            <a:off x="4072435" y="3932168"/>
            <a:ext cx="59562" cy="57518"/>
          </a:xfrm>
          <a:prstGeom prst="line">
            <a:avLst/>
          </a:prstGeom>
          <a:ln w="6350">
            <a:solidFill>
              <a:srgbClr val="F5F5F5">
                <a:alpha val="41253"/>
              </a:srgbClr>
            </a:solidFill>
          </a:ln>
        </p:spPr>
      </p:cxnSp>
      <p:cxnSp>
        <p:nvCxnSpPr>
          <p:cNvPr id="62" name="Connector 61"/>
          <p:cNvCxnSpPr/>
          <p:nvPr/>
        </p:nvCxnSpPr>
        <p:spPr>
          <a:xfrm flipV="1">
            <a:off x="3724619" y="3932152"/>
            <a:ext cx="59561" cy="57518"/>
          </a:xfrm>
          <a:prstGeom prst="line">
            <a:avLst/>
          </a:prstGeom>
          <a:ln w="6350">
            <a:solidFill>
              <a:srgbClr val="F5F5F5">
                <a:alpha val="25974"/>
              </a:srgbClr>
            </a:solidFill>
          </a:ln>
        </p:spPr>
      </p:cxnSp>
      <p:cxnSp>
        <p:nvCxnSpPr>
          <p:cNvPr id="63" name="Connector 62"/>
          <p:cNvCxnSpPr/>
          <p:nvPr/>
        </p:nvCxnSpPr>
        <p:spPr>
          <a:xfrm flipV="1">
            <a:off x="3712322" y="3887458"/>
            <a:ext cx="46899" cy="68238"/>
          </a:xfrm>
          <a:prstGeom prst="line">
            <a:avLst/>
          </a:prstGeom>
          <a:ln w="6350">
            <a:solidFill>
              <a:srgbClr val="F5F5F5">
                <a:alpha val="29794"/>
              </a:srgbClr>
            </a:solidFill>
          </a:ln>
        </p:spPr>
      </p:cxnSp>
      <p:cxnSp>
        <p:nvCxnSpPr>
          <p:cNvPr id="64" name="Connector 63"/>
          <p:cNvCxnSpPr/>
          <p:nvPr/>
        </p:nvCxnSpPr>
        <p:spPr>
          <a:xfrm flipV="1">
            <a:off x="3689023" y="3849961"/>
            <a:ext cx="32352" cy="76218"/>
          </a:xfrm>
          <a:prstGeom prst="line">
            <a:avLst/>
          </a:prstGeom>
          <a:ln w="6350">
            <a:solidFill>
              <a:srgbClr val="F5F5F5">
                <a:alpha val="33613"/>
              </a:srgbClr>
            </a:solidFill>
          </a:ln>
        </p:spPr>
      </p:cxnSp>
      <p:cxnSp>
        <p:nvCxnSpPr>
          <p:cNvPr id="65" name="Connector 64"/>
          <p:cNvCxnSpPr/>
          <p:nvPr/>
        </p:nvCxnSpPr>
        <p:spPr>
          <a:xfrm flipV="1">
            <a:off x="3656463" y="3824903"/>
            <a:ext cx="16508" cy="81139"/>
          </a:xfrm>
          <a:prstGeom prst="line">
            <a:avLst/>
          </a:prstGeom>
          <a:ln w="6350">
            <a:solidFill>
              <a:srgbClr val="F5F5F5">
                <a:alpha val="37433"/>
              </a:srgbClr>
            </a:solidFill>
          </a:ln>
        </p:spPr>
      </p:cxnSp>
      <p:cxnSp>
        <p:nvCxnSpPr>
          <p:cNvPr id="66" name="Connector 65"/>
          <p:cNvCxnSpPr/>
          <p:nvPr/>
        </p:nvCxnSpPr>
        <p:spPr>
          <a:xfrm flipV="1">
            <a:off x="3618624" y="3816093"/>
            <a:ext cx="0" cy="82801"/>
          </a:xfrm>
          <a:prstGeom prst="line">
            <a:avLst/>
          </a:prstGeom>
          <a:ln w="6350">
            <a:solidFill>
              <a:srgbClr val="F5F5F5">
                <a:alpha val="41253"/>
              </a:srgbClr>
            </a:solidFill>
          </a:ln>
        </p:spPr>
      </p:cxnSp>
      <p:cxnSp>
        <p:nvCxnSpPr>
          <p:cNvPr id="67" name="Connector 66"/>
          <p:cNvCxnSpPr/>
          <p:nvPr/>
        </p:nvCxnSpPr>
        <p:spPr>
          <a:xfrm flipH="1" flipV="1">
            <a:off x="3564281" y="3824920"/>
            <a:ext cx="16507" cy="81139"/>
          </a:xfrm>
          <a:prstGeom prst="line">
            <a:avLst/>
          </a:prstGeom>
          <a:ln w="6350">
            <a:solidFill>
              <a:srgbClr val="F5F5F5">
                <a:alpha val="45073"/>
              </a:srgbClr>
            </a:solidFill>
          </a:ln>
        </p:spPr>
      </p:cxnSp>
      <p:cxnSp>
        <p:nvCxnSpPr>
          <p:cNvPr id="68" name="Connector 67"/>
          <p:cNvCxnSpPr/>
          <p:nvPr/>
        </p:nvCxnSpPr>
        <p:spPr>
          <a:xfrm flipH="1" flipV="1">
            <a:off x="3515886" y="3849992"/>
            <a:ext cx="32353" cy="76218"/>
          </a:xfrm>
          <a:prstGeom prst="line">
            <a:avLst/>
          </a:prstGeom>
          <a:ln w="6350">
            <a:solidFill>
              <a:srgbClr val="F5F5F5">
                <a:alpha val="48892"/>
              </a:srgbClr>
            </a:solidFill>
          </a:ln>
        </p:spPr>
      </p:cxnSp>
      <p:cxnSp>
        <p:nvCxnSpPr>
          <p:cNvPr id="69" name="Connector 68"/>
          <p:cNvCxnSpPr/>
          <p:nvPr/>
        </p:nvCxnSpPr>
        <p:spPr>
          <a:xfrm flipH="1" flipV="1">
            <a:off x="3478055" y="3887498"/>
            <a:ext cx="46898" cy="68238"/>
          </a:xfrm>
          <a:prstGeom prst="line">
            <a:avLst/>
          </a:prstGeom>
          <a:ln w="6350">
            <a:solidFill>
              <a:srgbClr val="F5F5F5">
                <a:alpha val="52712"/>
              </a:srgbClr>
            </a:solidFill>
          </a:ln>
        </p:spPr>
      </p:cxnSp>
      <p:cxnSp>
        <p:nvCxnSpPr>
          <p:cNvPr id="70" name="Connector 69"/>
          <p:cNvCxnSpPr/>
          <p:nvPr/>
        </p:nvCxnSpPr>
        <p:spPr>
          <a:xfrm flipH="1" flipV="1">
            <a:off x="3453112" y="3932194"/>
            <a:ext cx="59561" cy="57518"/>
          </a:xfrm>
          <a:prstGeom prst="line">
            <a:avLst/>
          </a:prstGeom>
          <a:ln w="6350">
            <a:solidFill>
              <a:srgbClr val="F5F5F5">
                <a:alpha val="56532"/>
              </a:srgbClr>
            </a:solidFill>
          </a:ln>
        </p:spPr>
      </p:cxnSp>
      <p:cxnSp>
        <p:nvCxnSpPr>
          <p:cNvPr id="71" name="Connector 70"/>
          <p:cNvCxnSpPr/>
          <p:nvPr/>
        </p:nvCxnSpPr>
        <p:spPr>
          <a:xfrm flipH="1" flipV="1">
            <a:off x="3099236" y="3932168"/>
            <a:ext cx="59562" cy="57518"/>
          </a:xfrm>
          <a:prstGeom prst="line">
            <a:avLst/>
          </a:prstGeom>
          <a:ln w="6350">
            <a:solidFill>
              <a:srgbClr val="F5F5F5">
                <a:alpha val="41253"/>
              </a:srgbClr>
            </a:solidFill>
          </a:ln>
        </p:spPr>
      </p:cxnSp>
      <p:cxnSp>
        <p:nvCxnSpPr>
          <p:cNvPr id="72" name="Connector 71"/>
          <p:cNvCxnSpPr/>
          <p:nvPr/>
        </p:nvCxnSpPr>
        <p:spPr>
          <a:xfrm flipH="1" flipV="1">
            <a:off x="3124195" y="3887481"/>
            <a:ext cx="46898" cy="68238"/>
          </a:xfrm>
          <a:prstGeom prst="line">
            <a:avLst/>
          </a:prstGeom>
          <a:ln w="6350">
            <a:solidFill>
              <a:srgbClr val="F5F5F5">
                <a:alpha val="45073"/>
              </a:srgbClr>
            </a:solidFill>
          </a:ln>
        </p:spPr>
      </p:cxnSp>
      <p:cxnSp>
        <p:nvCxnSpPr>
          <p:cNvPr id="73" name="Connector 72"/>
          <p:cNvCxnSpPr/>
          <p:nvPr/>
        </p:nvCxnSpPr>
        <p:spPr>
          <a:xfrm flipH="1" flipV="1">
            <a:off x="3162038" y="3849992"/>
            <a:ext cx="32353" cy="76218"/>
          </a:xfrm>
          <a:prstGeom prst="line">
            <a:avLst/>
          </a:prstGeom>
          <a:ln w="6350">
            <a:solidFill>
              <a:srgbClr val="F5F5F5">
                <a:alpha val="48892"/>
              </a:srgbClr>
            </a:solidFill>
          </a:ln>
        </p:spPr>
      </p:cxnSp>
      <p:cxnSp>
        <p:nvCxnSpPr>
          <p:cNvPr id="74" name="Connector 73"/>
          <p:cNvCxnSpPr/>
          <p:nvPr/>
        </p:nvCxnSpPr>
        <p:spPr>
          <a:xfrm flipH="1" flipV="1">
            <a:off x="3210437" y="3824942"/>
            <a:ext cx="16508" cy="81139"/>
          </a:xfrm>
          <a:prstGeom prst="line">
            <a:avLst/>
          </a:prstGeom>
          <a:ln w="6350">
            <a:solidFill>
              <a:srgbClr val="F5F5F5">
                <a:alpha val="52712"/>
              </a:srgbClr>
            </a:solidFill>
          </a:ln>
        </p:spPr>
      </p:cxnSp>
      <p:cxnSp>
        <p:nvCxnSpPr>
          <p:cNvPr id="75" name="Connector 74"/>
          <p:cNvCxnSpPr/>
          <p:nvPr/>
        </p:nvCxnSpPr>
        <p:spPr>
          <a:xfrm flipV="1">
            <a:off x="3264776" y="3816139"/>
            <a:ext cx="0" cy="82801"/>
          </a:xfrm>
          <a:prstGeom prst="line">
            <a:avLst/>
          </a:prstGeom>
          <a:ln w="6350">
            <a:solidFill>
              <a:srgbClr val="F5F5F5">
                <a:alpha val="56532"/>
              </a:srgbClr>
            </a:solidFill>
          </a:ln>
        </p:spPr>
      </p:cxnSp>
      <p:cxnSp>
        <p:nvCxnSpPr>
          <p:cNvPr id="76" name="Connector 75"/>
          <p:cNvCxnSpPr/>
          <p:nvPr/>
        </p:nvCxnSpPr>
        <p:spPr>
          <a:xfrm flipV="1">
            <a:off x="3302601" y="3824971"/>
            <a:ext cx="16508" cy="81138"/>
          </a:xfrm>
          <a:prstGeom prst="line">
            <a:avLst/>
          </a:prstGeom>
          <a:ln w="6350">
            <a:solidFill>
              <a:srgbClr val="F5F5F5">
                <a:alpha val="60351"/>
              </a:srgbClr>
            </a:solidFill>
          </a:ln>
        </p:spPr>
      </p:cxnSp>
      <p:cxnSp>
        <p:nvCxnSpPr>
          <p:cNvPr id="77" name="Connector 76"/>
          <p:cNvCxnSpPr/>
          <p:nvPr/>
        </p:nvCxnSpPr>
        <p:spPr>
          <a:xfrm flipV="1">
            <a:off x="3335139" y="3850044"/>
            <a:ext cx="32353" cy="76219"/>
          </a:xfrm>
          <a:prstGeom prst="line">
            <a:avLst/>
          </a:prstGeom>
          <a:ln w="6350">
            <a:solidFill>
              <a:srgbClr val="F5F5F5">
                <a:alpha val="64171"/>
              </a:srgbClr>
            </a:solidFill>
          </a:ln>
        </p:spPr>
      </p:cxnSp>
      <p:cxnSp>
        <p:nvCxnSpPr>
          <p:cNvPr id="78" name="Connector 77"/>
          <p:cNvCxnSpPr/>
          <p:nvPr/>
        </p:nvCxnSpPr>
        <p:spPr>
          <a:xfrm flipV="1">
            <a:off x="3358412" y="3887548"/>
            <a:ext cx="46899" cy="68238"/>
          </a:xfrm>
          <a:prstGeom prst="line">
            <a:avLst/>
          </a:prstGeom>
          <a:ln w="6350">
            <a:solidFill>
              <a:srgbClr val="F5F5F5">
                <a:alpha val="67991"/>
              </a:srgbClr>
            </a:solidFill>
          </a:ln>
        </p:spPr>
      </p:cxnSp>
      <p:cxnSp>
        <p:nvCxnSpPr>
          <p:cNvPr id="79" name="Connector 78"/>
          <p:cNvCxnSpPr/>
          <p:nvPr/>
        </p:nvCxnSpPr>
        <p:spPr>
          <a:xfrm flipV="1">
            <a:off x="3370680" y="3932239"/>
            <a:ext cx="59562" cy="57518"/>
          </a:xfrm>
          <a:prstGeom prst="line">
            <a:avLst/>
          </a:prstGeom>
          <a:ln w="6350">
            <a:solidFill>
              <a:srgbClr val="F5F5F5">
                <a:alpha val="71811"/>
              </a:srgbClr>
            </a:solidFill>
          </a:ln>
        </p:spPr>
      </p:cxnSp>
      <p:cxnSp>
        <p:nvCxnSpPr>
          <p:cNvPr id="80" name="Connector 79"/>
          <p:cNvCxnSpPr/>
          <p:nvPr/>
        </p:nvCxnSpPr>
        <p:spPr>
          <a:xfrm flipV="1">
            <a:off x="3022894" y="3932194"/>
            <a:ext cx="59561" cy="57518"/>
          </a:xfrm>
          <a:prstGeom prst="line">
            <a:avLst/>
          </a:prstGeom>
          <a:ln w="6350">
            <a:solidFill>
              <a:srgbClr val="F5F5F5">
                <a:alpha val="56532"/>
              </a:srgbClr>
            </a:solidFill>
          </a:ln>
        </p:spPr>
      </p:cxnSp>
      <p:cxnSp>
        <p:nvCxnSpPr>
          <p:cNvPr id="81" name="Connector 80"/>
          <p:cNvCxnSpPr/>
          <p:nvPr/>
        </p:nvCxnSpPr>
        <p:spPr>
          <a:xfrm flipV="1">
            <a:off x="3010599" y="3887519"/>
            <a:ext cx="46899" cy="68238"/>
          </a:xfrm>
          <a:prstGeom prst="line">
            <a:avLst/>
          </a:prstGeom>
          <a:ln w="6350">
            <a:solidFill>
              <a:srgbClr val="F5F5F5">
                <a:alpha val="60351"/>
              </a:srgbClr>
            </a:solidFill>
          </a:ln>
        </p:spPr>
      </p:cxnSp>
      <p:cxnSp>
        <p:nvCxnSpPr>
          <p:cNvPr id="82" name="Connector 81"/>
          <p:cNvCxnSpPr/>
          <p:nvPr/>
        </p:nvCxnSpPr>
        <p:spPr>
          <a:xfrm flipV="1">
            <a:off x="2987306" y="3850044"/>
            <a:ext cx="32353" cy="76219"/>
          </a:xfrm>
          <a:prstGeom prst="line">
            <a:avLst/>
          </a:prstGeom>
          <a:ln w="6350">
            <a:solidFill>
              <a:srgbClr val="F5F5F5">
                <a:alpha val="64171"/>
              </a:srgbClr>
            </a:solidFill>
          </a:ln>
        </p:spPr>
      </p:cxnSp>
      <p:cxnSp>
        <p:nvCxnSpPr>
          <p:cNvPr id="83" name="Connector 82"/>
          <p:cNvCxnSpPr/>
          <p:nvPr/>
        </p:nvCxnSpPr>
        <p:spPr>
          <a:xfrm flipV="1">
            <a:off x="2954761" y="3825008"/>
            <a:ext cx="16508" cy="81138"/>
          </a:xfrm>
          <a:prstGeom prst="line">
            <a:avLst/>
          </a:prstGeom>
          <a:ln w="6350">
            <a:solidFill>
              <a:srgbClr val="F5F5F5">
                <a:alpha val="67991"/>
              </a:srgbClr>
            </a:solidFill>
          </a:ln>
        </p:spPr>
      </p:cxnSp>
      <p:cxnSp>
        <p:nvCxnSpPr>
          <p:cNvPr id="84" name="Connector 83"/>
          <p:cNvCxnSpPr/>
          <p:nvPr/>
        </p:nvCxnSpPr>
        <p:spPr>
          <a:xfrm flipV="1">
            <a:off x="2916943" y="3816216"/>
            <a:ext cx="0" cy="82801"/>
          </a:xfrm>
          <a:prstGeom prst="line">
            <a:avLst/>
          </a:prstGeom>
          <a:ln w="6350">
            <a:solidFill>
              <a:srgbClr val="F5F5F5">
                <a:alpha val="71811"/>
              </a:srgbClr>
            </a:solidFill>
          </a:ln>
        </p:spPr>
      </p:cxnSp>
      <p:cxnSp>
        <p:nvCxnSpPr>
          <p:cNvPr id="85" name="Connector 84"/>
          <p:cNvCxnSpPr/>
          <p:nvPr/>
        </p:nvCxnSpPr>
        <p:spPr>
          <a:xfrm flipH="1" flipV="1">
            <a:off x="2862627" y="3825056"/>
            <a:ext cx="16508" cy="81138"/>
          </a:xfrm>
          <a:prstGeom prst="line">
            <a:avLst/>
          </a:prstGeom>
          <a:ln w="6350">
            <a:solidFill>
              <a:srgbClr val="F5F5F5">
                <a:alpha val="75630"/>
              </a:srgbClr>
            </a:solidFill>
          </a:ln>
        </p:spPr>
      </p:cxnSp>
      <p:cxnSp>
        <p:nvCxnSpPr>
          <p:cNvPr id="86" name="Connector 85"/>
          <p:cNvCxnSpPr/>
          <p:nvPr/>
        </p:nvCxnSpPr>
        <p:spPr>
          <a:xfrm flipH="1" flipV="1">
            <a:off x="2814264" y="3850132"/>
            <a:ext cx="32353" cy="76218"/>
          </a:xfrm>
          <a:prstGeom prst="line">
            <a:avLst/>
          </a:prstGeom>
          <a:ln w="6350">
            <a:solidFill>
              <a:srgbClr val="F5F5F5">
                <a:alpha val="79450"/>
              </a:srgbClr>
            </a:solidFill>
          </a:ln>
        </p:spPr>
      </p:cxnSp>
      <p:cxnSp>
        <p:nvCxnSpPr>
          <p:cNvPr id="87" name="Connector 86"/>
          <p:cNvCxnSpPr/>
          <p:nvPr/>
        </p:nvCxnSpPr>
        <p:spPr>
          <a:xfrm flipH="1" flipV="1">
            <a:off x="2776466" y="3887632"/>
            <a:ext cx="46899" cy="682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88" name="Connector 87"/>
          <p:cNvCxnSpPr/>
          <p:nvPr/>
        </p:nvCxnSpPr>
        <p:spPr>
          <a:xfrm flipH="1" flipV="1">
            <a:off x="2751555" y="3932314"/>
            <a:ext cx="59561" cy="575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89" name="Connector 88"/>
          <p:cNvCxnSpPr/>
          <p:nvPr/>
        </p:nvCxnSpPr>
        <p:spPr>
          <a:xfrm flipH="1" flipV="1">
            <a:off x="2409695" y="3932239"/>
            <a:ext cx="59562" cy="57518"/>
          </a:xfrm>
          <a:prstGeom prst="line">
            <a:avLst/>
          </a:prstGeom>
          <a:ln w="6350">
            <a:solidFill>
              <a:srgbClr val="F5F5F5">
                <a:alpha val="71811"/>
              </a:srgbClr>
            </a:solidFill>
          </a:ln>
        </p:spPr>
      </p:cxnSp>
      <p:cxnSp>
        <p:nvCxnSpPr>
          <p:cNvPr id="90" name="Connector 89"/>
          <p:cNvCxnSpPr/>
          <p:nvPr/>
        </p:nvCxnSpPr>
        <p:spPr>
          <a:xfrm flipH="1" flipV="1">
            <a:off x="2434651" y="3887584"/>
            <a:ext cx="46899" cy="68239"/>
          </a:xfrm>
          <a:prstGeom prst="line">
            <a:avLst/>
          </a:prstGeom>
          <a:ln w="6350">
            <a:solidFill>
              <a:srgbClr val="F5F5F5">
                <a:alpha val="75630"/>
              </a:srgbClr>
            </a:solidFill>
          </a:ln>
        </p:spPr>
      </p:cxnSp>
      <p:cxnSp>
        <p:nvCxnSpPr>
          <p:cNvPr id="91" name="Connector 90"/>
          <p:cNvCxnSpPr/>
          <p:nvPr/>
        </p:nvCxnSpPr>
        <p:spPr>
          <a:xfrm flipH="1" flipV="1">
            <a:off x="2472482" y="3850132"/>
            <a:ext cx="32353" cy="76218"/>
          </a:xfrm>
          <a:prstGeom prst="line">
            <a:avLst/>
          </a:prstGeom>
          <a:ln w="6350">
            <a:solidFill>
              <a:srgbClr val="F5F5F5">
                <a:alpha val="79450"/>
              </a:srgbClr>
            </a:solidFill>
          </a:ln>
        </p:spPr>
      </p:cxnSp>
      <p:cxnSp>
        <p:nvCxnSpPr>
          <p:cNvPr id="92" name="Connector 91"/>
          <p:cNvCxnSpPr/>
          <p:nvPr/>
        </p:nvCxnSpPr>
        <p:spPr>
          <a:xfrm flipH="1" flipV="1">
            <a:off x="2520858" y="3825118"/>
            <a:ext cx="16507" cy="811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3" name="Connector 92"/>
          <p:cNvCxnSpPr/>
          <p:nvPr/>
        </p:nvCxnSpPr>
        <p:spPr>
          <a:xfrm flipV="1">
            <a:off x="2575161" y="3816346"/>
            <a:ext cx="0" cy="82800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4" name="Connector 93"/>
          <p:cNvCxnSpPr/>
          <p:nvPr/>
        </p:nvCxnSpPr>
        <p:spPr>
          <a:xfrm flipV="1">
            <a:off x="2612940" y="3825199"/>
            <a:ext cx="16508" cy="811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5" name="Connector 94"/>
          <p:cNvCxnSpPr/>
          <p:nvPr/>
        </p:nvCxnSpPr>
        <p:spPr>
          <a:xfrm flipV="1">
            <a:off x="2645424" y="3850280"/>
            <a:ext cx="32353" cy="762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6" name="Connector 95"/>
          <p:cNvCxnSpPr/>
          <p:nvPr/>
        </p:nvCxnSpPr>
        <p:spPr>
          <a:xfrm flipV="1">
            <a:off x="2668642" y="3887774"/>
            <a:ext cx="46898" cy="682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7" name="Connector 96"/>
          <p:cNvCxnSpPr/>
          <p:nvPr/>
        </p:nvCxnSpPr>
        <p:spPr>
          <a:xfrm flipV="1">
            <a:off x="2680857" y="3932440"/>
            <a:ext cx="59561" cy="575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8" name="Connector 97"/>
          <p:cNvCxnSpPr/>
          <p:nvPr/>
        </p:nvCxnSpPr>
        <p:spPr>
          <a:xfrm flipV="1">
            <a:off x="2374555" y="3932314"/>
            <a:ext cx="59562" cy="575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99" name="Connector 98"/>
          <p:cNvCxnSpPr/>
          <p:nvPr/>
        </p:nvCxnSpPr>
        <p:spPr>
          <a:xfrm flipV="1">
            <a:off x="2362264" y="3887694"/>
            <a:ext cx="46899" cy="682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0" name="Connector 99"/>
          <p:cNvCxnSpPr/>
          <p:nvPr/>
        </p:nvCxnSpPr>
        <p:spPr>
          <a:xfrm flipV="1">
            <a:off x="2338992" y="3850280"/>
            <a:ext cx="32352" cy="762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1" name="Connector 100"/>
          <p:cNvCxnSpPr/>
          <p:nvPr/>
        </p:nvCxnSpPr>
        <p:spPr>
          <a:xfrm flipV="1">
            <a:off x="2306486" y="3825304"/>
            <a:ext cx="16508" cy="811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2" name="Connector 101"/>
          <p:cNvCxnSpPr/>
          <p:nvPr/>
        </p:nvCxnSpPr>
        <p:spPr>
          <a:xfrm flipV="1">
            <a:off x="2268728" y="3816564"/>
            <a:ext cx="0" cy="82801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3" name="Connector 102"/>
          <p:cNvCxnSpPr/>
          <p:nvPr/>
        </p:nvCxnSpPr>
        <p:spPr>
          <a:xfrm flipH="1" flipV="1">
            <a:off x="2214490" y="3825439"/>
            <a:ext cx="16508" cy="81139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4" name="Connector 103"/>
          <p:cNvCxnSpPr/>
          <p:nvPr/>
        </p:nvCxnSpPr>
        <p:spPr>
          <a:xfrm flipH="1" flipV="1">
            <a:off x="2166218" y="3850528"/>
            <a:ext cx="32353" cy="762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5" name="Connector 104"/>
          <p:cNvCxnSpPr/>
          <p:nvPr/>
        </p:nvCxnSpPr>
        <p:spPr>
          <a:xfrm flipH="1" flipV="1">
            <a:off x="2128513" y="3888013"/>
            <a:ext cx="46899" cy="6823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6" name="Connector 105"/>
          <p:cNvCxnSpPr/>
          <p:nvPr/>
        </p:nvCxnSpPr>
        <p:spPr>
          <a:xfrm flipH="1" flipV="1">
            <a:off x="2103691" y="3932653"/>
            <a:ext cx="59562" cy="57518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07" name="Connector 106"/>
          <p:cNvCxnSpPr/>
          <p:nvPr/>
        </p:nvCxnSpPr>
        <p:spPr>
          <a:xfrm flipH="1" flipV="1">
            <a:off x="3242167" y="4308676"/>
            <a:ext cx="20306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108" name="Connector 107"/>
          <p:cNvCxnSpPr/>
          <p:nvPr/>
        </p:nvCxnSpPr>
        <p:spPr>
          <a:xfrm flipV="1">
            <a:off x="3295387" y="4308676"/>
            <a:ext cx="20305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109" name="Connector 108"/>
          <p:cNvCxnSpPr/>
          <p:nvPr/>
        </p:nvCxnSpPr>
        <p:spPr>
          <a:xfrm flipH="1" flipV="1">
            <a:off x="3567708" y="4308676"/>
            <a:ext cx="20305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110" name="Connector 109"/>
          <p:cNvCxnSpPr/>
          <p:nvPr/>
        </p:nvCxnSpPr>
        <p:spPr>
          <a:xfrm flipV="1">
            <a:off x="3620927" y="4308676"/>
            <a:ext cx="20306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111" name="Connector 110"/>
          <p:cNvCxnSpPr/>
          <p:nvPr/>
        </p:nvCxnSpPr>
        <p:spPr>
          <a:xfrm flipH="1" flipV="1">
            <a:off x="3405044" y="4309075"/>
            <a:ext cx="20306" cy="75783"/>
          </a:xfrm>
          <a:prstGeom prst="line">
            <a:avLst/>
          </a:prstGeom>
          <a:ln w="6350">
            <a:solidFill>
              <a:srgbClr val="F5F5F5">
                <a:alpha val="51186"/>
              </a:srgbClr>
            </a:solidFill>
          </a:ln>
        </p:spPr>
      </p:cxnSp>
      <p:cxnSp>
        <p:nvCxnSpPr>
          <p:cNvPr id="112" name="Connector 111"/>
          <p:cNvCxnSpPr/>
          <p:nvPr/>
        </p:nvCxnSpPr>
        <p:spPr>
          <a:xfrm flipV="1">
            <a:off x="3458050" y="4309075"/>
            <a:ext cx="20306" cy="75783"/>
          </a:xfrm>
          <a:prstGeom prst="line">
            <a:avLst/>
          </a:prstGeom>
          <a:ln w="6350">
            <a:solidFill>
              <a:srgbClr val="F5F5F5">
                <a:alpha val="51186"/>
              </a:srgbClr>
            </a:solidFill>
          </a:ln>
        </p:spPr>
      </p:cxnSp>
      <p:cxnSp>
        <p:nvCxnSpPr>
          <p:cNvPr id="113" name="Connector 112"/>
          <p:cNvCxnSpPr/>
          <p:nvPr/>
        </p:nvCxnSpPr>
        <p:spPr>
          <a:xfrm flipH="1" flipV="1">
            <a:off x="4467797" y="3968785"/>
            <a:ext cx="146875" cy="123243"/>
          </a:xfrm>
          <a:prstGeom prst="line">
            <a:avLst/>
          </a:prstGeom>
          <a:ln w="6350">
            <a:solidFill>
              <a:srgbClr val="F5F5F5">
                <a:alpha val="39031"/>
              </a:srgbClr>
            </a:solidFill>
          </a:ln>
        </p:spPr>
      </p:cxnSp>
      <p:cxnSp>
        <p:nvCxnSpPr>
          <p:cNvPr id="114" name="Connector 113"/>
          <p:cNvCxnSpPr/>
          <p:nvPr/>
        </p:nvCxnSpPr>
        <p:spPr>
          <a:xfrm flipH="1" flipV="1">
            <a:off x="4480558" y="3941326"/>
            <a:ext cx="134114" cy="150702"/>
          </a:xfrm>
          <a:prstGeom prst="line">
            <a:avLst/>
          </a:prstGeom>
          <a:ln w="6350">
            <a:solidFill>
              <a:srgbClr val="F5F5F5">
                <a:alpha val="40408"/>
              </a:srgbClr>
            </a:solidFill>
          </a:ln>
        </p:spPr>
      </p:cxnSp>
      <p:cxnSp>
        <p:nvCxnSpPr>
          <p:cNvPr id="115" name="Connector 114"/>
          <p:cNvCxnSpPr/>
          <p:nvPr/>
        </p:nvCxnSpPr>
        <p:spPr>
          <a:xfrm flipH="1" flipV="1">
            <a:off x="4498882" y="3915978"/>
            <a:ext cx="115790" cy="176050"/>
          </a:xfrm>
          <a:prstGeom prst="line">
            <a:avLst/>
          </a:prstGeom>
          <a:ln w="6350">
            <a:solidFill>
              <a:srgbClr val="F5F5F5">
                <a:alpha val="41786"/>
              </a:srgbClr>
            </a:solidFill>
          </a:ln>
        </p:spPr>
      </p:cxnSp>
      <p:cxnSp>
        <p:nvCxnSpPr>
          <p:cNvPr id="116" name="Connector 115"/>
          <p:cNvCxnSpPr/>
          <p:nvPr/>
        </p:nvCxnSpPr>
        <p:spPr>
          <a:xfrm flipH="1" flipV="1">
            <a:off x="4522470" y="3894301"/>
            <a:ext cx="92202" cy="197727"/>
          </a:xfrm>
          <a:prstGeom prst="line">
            <a:avLst/>
          </a:prstGeom>
          <a:ln w="6350">
            <a:solidFill>
              <a:srgbClr val="F5F5F5">
                <a:alpha val="43163"/>
              </a:srgbClr>
            </a:solidFill>
          </a:ln>
        </p:spPr>
      </p:cxnSp>
      <p:cxnSp>
        <p:nvCxnSpPr>
          <p:cNvPr id="117" name="Connector 116"/>
          <p:cNvCxnSpPr/>
          <p:nvPr/>
        </p:nvCxnSpPr>
        <p:spPr>
          <a:xfrm flipH="1" flipV="1">
            <a:off x="4550522" y="3877752"/>
            <a:ext cx="64150" cy="214276"/>
          </a:xfrm>
          <a:prstGeom prst="line">
            <a:avLst/>
          </a:prstGeom>
          <a:ln w="6350">
            <a:solidFill>
              <a:srgbClr val="F5F5F5">
                <a:alpha val="44541"/>
              </a:srgbClr>
            </a:solidFill>
          </a:ln>
        </p:spPr>
      </p:cxnSp>
      <p:cxnSp>
        <p:nvCxnSpPr>
          <p:cNvPr id="118" name="Connector 117"/>
          <p:cNvCxnSpPr/>
          <p:nvPr/>
        </p:nvCxnSpPr>
        <p:spPr>
          <a:xfrm flipH="1" flipV="1">
            <a:off x="4581784" y="3867504"/>
            <a:ext cx="32888" cy="224524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19" name="Connector 118"/>
          <p:cNvCxnSpPr/>
          <p:nvPr/>
        </p:nvCxnSpPr>
        <p:spPr>
          <a:xfrm flipV="1">
            <a:off x="4614672" y="3864308"/>
            <a:ext cx="0" cy="227720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0" name="Connector 119"/>
          <p:cNvCxnSpPr/>
          <p:nvPr/>
        </p:nvCxnSpPr>
        <p:spPr>
          <a:xfrm flipV="1">
            <a:off x="4614672" y="3868398"/>
            <a:ext cx="32757" cy="223630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1" name="Connector 120"/>
          <p:cNvCxnSpPr/>
          <p:nvPr/>
        </p:nvCxnSpPr>
        <p:spPr>
          <a:xfrm flipV="1">
            <a:off x="4614672" y="3879461"/>
            <a:ext cx="63638" cy="212567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2" name="Connector 121"/>
          <p:cNvCxnSpPr/>
          <p:nvPr/>
        </p:nvCxnSpPr>
        <p:spPr>
          <a:xfrm flipV="1">
            <a:off x="4614672" y="3896675"/>
            <a:ext cx="91094" cy="195353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3" name="Connector 122"/>
          <p:cNvCxnSpPr/>
          <p:nvPr/>
        </p:nvCxnSpPr>
        <p:spPr>
          <a:xfrm flipV="1">
            <a:off x="4614672" y="3918812"/>
            <a:ext cx="113925" cy="17321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4" name="Connector 123"/>
          <p:cNvCxnSpPr/>
          <p:nvPr/>
        </p:nvCxnSpPr>
        <p:spPr>
          <a:xfrm flipV="1">
            <a:off x="4614672" y="3944382"/>
            <a:ext cx="131393" cy="14764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5" name="Connector 124"/>
          <p:cNvCxnSpPr/>
          <p:nvPr/>
        </p:nvCxnSpPr>
        <p:spPr>
          <a:xfrm flipV="1">
            <a:off x="4614672" y="3971814"/>
            <a:ext cx="143265" cy="120214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6" name="Connector 125"/>
          <p:cNvCxnSpPr/>
          <p:nvPr/>
        </p:nvCxnSpPr>
        <p:spPr>
          <a:xfrm flipH="1" flipV="1">
            <a:off x="3823842" y="3972360"/>
            <a:ext cx="142615" cy="119668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7" name="Connector 126"/>
          <p:cNvCxnSpPr/>
          <p:nvPr/>
        </p:nvCxnSpPr>
        <p:spPr>
          <a:xfrm flipH="1" flipV="1">
            <a:off x="3836554" y="3946057"/>
            <a:ext cx="129903" cy="145971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8" name="Connector 127"/>
          <p:cNvCxnSpPr/>
          <p:nvPr/>
        </p:nvCxnSpPr>
        <p:spPr>
          <a:xfrm flipH="1" flipV="1">
            <a:off x="3854603" y="3921962"/>
            <a:ext cx="111854" cy="17006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29" name="Connector 128"/>
          <p:cNvCxnSpPr/>
          <p:nvPr/>
        </p:nvCxnSpPr>
        <p:spPr>
          <a:xfrm flipH="1" flipV="1">
            <a:off x="3877649" y="3901578"/>
            <a:ext cx="88808" cy="190450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0" name="Connector 129"/>
          <p:cNvCxnSpPr/>
          <p:nvPr/>
        </p:nvCxnSpPr>
        <p:spPr>
          <a:xfrm flipH="1" flipV="1">
            <a:off x="3904864" y="3886291"/>
            <a:ext cx="61593" cy="205737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1" name="Connector 130"/>
          <p:cNvCxnSpPr/>
          <p:nvPr/>
        </p:nvCxnSpPr>
        <p:spPr>
          <a:xfrm flipH="1" flipV="1">
            <a:off x="3934989" y="3877195"/>
            <a:ext cx="31468" cy="214833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2" name="Connector 131"/>
          <p:cNvCxnSpPr/>
          <p:nvPr/>
        </p:nvCxnSpPr>
        <p:spPr>
          <a:xfrm flipV="1">
            <a:off x="3966457" y="3874955"/>
            <a:ext cx="0" cy="217073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3" name="Connector 132"/>
          <p:cNvCxnSpPr/>
          <p:nvPr/>
        </p:nvCxnSpPr>
        <p:spPr>
          <a:xfrm flipV="1">
            <a:off x="3966457" y="3879725"/>
            <a:ext cx="31098" cy="212303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4" name="Connector 133"/>
          <p:cNvCxnSpPr/>
          <p:nvPr/>
        </p:nvCxnSpPr>
        <p:spPr>
          <a:xfrm flipV="1">
            <a:off x="3966457" y="3891127"/>
            <a:ext cx="60146" cy="200901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5" name="Connector 134"/>
          <p:cNvCxnSpPr/>
          <p:nvPr/>
        </p:nvCxnSpPr>
        <p:spPr>
          <a:xfrm flipV="1">
            <a:off x="3966457" y="3908295"/>
            <a:ext cx="85676" cy="183733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6" name="Connector 135"/>
          <p:cNvCxnSpPr/>
          <p:nvPr/>
        </p:nvCxnSpPr>
        <p:spPr>
          <a:xfrm flipV="1">
            <a:off x="3966457" y="3929980"/>
            <a:ext cx="106580" cy="162048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7" name="Connector 136"/>
          <p:cNvCxnSpPr/>
          <p:nvPr/>
        </p:nvCxnSpPr>
        <p:spPr>
          <a:xfrm flipV="1">
            <a:off x="3966457" y="3954703"/>
            <a:ext cx="122208" cy="137325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8" name="Connector 137"/>
          <p:cNvCxnSpPr/>
          <p:nvPr/>
        </p:nvCxnSpPr>
        <p:spPr>
          <a:xfrm flipV="1">
            <a:off x="3966457" y="3980927"/>
            <a:ext cx="132404" cy="111101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39" name="Connector 138"/>
          <p:cNvCxnSpPr/>
          <p:nvPr/>
        </p:nvCxnSpPr>
        <p:spPr>
          <a:xfrm flipH="1" flipV="1">
            <a:off x="3326952" y="4321362"/>
            <a:ext cx="20305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40" name="Connector 139"/>
          <p:cNvCxnSpPr/>
          <p:nvPr/>
        </p:nvCxnSpPr>
        <p:spPr>
          <a:xfrm flipV="1">
            <a:off x="3373372" y="4321362"/>
            <a:ext cx="20306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41" name="Connector 140"/>
          <p:cNvCxnSpPr/>
          <p:nvPr/>
        </p:nvCxnSpPr>
        <p:spPr>
          <a:xfrm flipH="1" flipV="1">
            <a:off x="3489722" y="4321362"/>
            <a:ext cx="20306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42" name="Connector 141"/>
          <p:cNvCxnSpPr/>
          <p:nvPr/>
        </p:nvCxnSpPr>
        <p:spPr>
          <a:xfrm flipV="1">
            <a:off x="3536143" y="4321362"/>
            <a:ext cx="20305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43" name="Connector 142"/>
          <p:cNvCxnSpPr/>
          <p:nvPr/>
        </p:nvCxnSpPr>
        <p:spPr>
          <a:xfrm flipH="1" flipV="1">
            <a:off x="3134213" y="3982472"/>
            <a:ext cx="130563" cy="10955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44" name="Connector 143"/>
          <p:cNvCxnSpPr/>
          <p:nvPr/>
        </p:nvCxnSpPr>
        <p:spPr>
          <a:xfrm flipH="1" flipV="1">
            <a:off x="3146786" y="3959443"/>
            <a:ext cx="117990" cy="132585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45" name="Connector 144"/>
          <p:cNvCxnSpPr/>
          <p:nvPr/>
        </p:nvCxnSpPr>
        <p:spPr>
          <a:xfrm flipH="1" flipV="1">
            <a:off x="3164056" y="3938891"/>
            <a:ext cx="100720" cy="153137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46" name="Connector 145"/>
          <p:cNvCxnSpPr/>
          <p:nvPr/>
        </p:nvCxnSpPr>
        <p:spPr>
          <a:xfrm flipH="1" flipV="1">
            <a:off x="3185568" y="3922166"/>
            <a:ext cx="79208" cy="169862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47" name="Connector 146"/>
          <p:cNvCxnSpPr/>
          <p:nvPr/>
        </p:nvCxnSpPr>
        <p:spPr>
          <a:xfrm flipH="1" flipV="1">
            <a:off x="3210416" y="3910451"/>
            <a:ext cx="54360" cy="181577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48" name="Connector 147"/>
          <p:cNvCxnSpPr/>
          <p:nvPr/>
        </p:nvCxnSpPr>
        <p:spPr>
          <a:xfrm flipH="1" flipV="1">
            <a:off x="3237324" y="3904612"/>
            <a:ext cx="27452" cy="18741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49" name="Connector 148"/>
          <p:cNvCxnSpPr/>
          <p:nvPr/>
        </p:nvCxnSpPr>
        <p:spPr>
          <a:xfrm flipV="1">
            <a:off x="3264776" y="3905076"/>
            <a:ext cx="0" cy="186952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0" name="Connector 149"/>
          <p:cNvCxnSpPr/>
          <p:nvPr/>
        </p:nvCxnSpPr>
        <p:spPr>
          <a:xfrm flipV="1">
            <a:off x="3264776" y="3911772"/>
            <a:ext cx="26403" cy="18025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1" name="Connector 150"/>
          <p:cNvCxnSpPr/>
          <p:nvPr/>
        </p:nvCxnSpPr>
        <p:spPr>
          <a:xfrm flipV="1">
            <a:off x="3264776" y="3924134"/>
            <a:ext cx="50264" cy="167894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2" name="Connector 151"/>
          <p:cNvCxnSpPr/>
          <p:nvPr/>
        </p:nvCxnSpPr>
        <p:spPr>
          <a:xfrm flipV="1">
            <a:off x="3264776" y="3941169"/>
            <a:ext cx="70346" cy="150859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3" name="Connector 152"/>
          <p:cNvCxnSpPr/>
          <p:nvPr/>
        </p:nvCxnSpPr>
        <p:spPr>
          <a:xfrm flipV="1">
            <a:off x="3264776" y="3961577"/>
            <a:ext cx="85798" cy="130451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4" name="Connector 153"/>
          <p:cNvCxnSpPr/>
          <p:nvPr/>
        </p:nvCxnSpPr>
        <p:spPr>
          <a:xfrm flipV="1">
            <a:off x="3264776" y="3983904"/>
            <a:ext cx="96222" cy="108124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5" name="Connector 154"/>
          <p:cNvCxnSpPr/>
          <p:nvPr/>
        </p:nvCxnSpPr>
        <p:spPr>
          <a:xfrm flipV="1">
            <a:off x="3264776" y="4006712"/>
            <a:ext cx="101675" cy="8531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56" name="Connector 155"/>
          <p:cNvCxnSpPr/>
          <p:nvPr/>
        </p:nvCxnSpPr>
        <p:spPr>
          <a:xfrm flipH="1" flipV="1">
            <a:off x="3166607" y="4330415"/>
            <a:ext cx="20306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57" name="Connector 156"/>
          <p:cNvCxnSpPr/>
          <p:nvPr/>
        </p:nvCxnSpPr>
        <p:spPr>
          <a:xfrm flipV="1">
            <a:off x="3208177" y="4330415"/>
            <a:ext cx="20305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58" name="Connector 157"/>
          <p:cNvCxnSpPr/>
          <p:nvPr/>
        </p:nvCxnSpPr>
        <p:spPr>
          <a:xfrm flipH="1" flipV="1">
            <a:off x="3654918" y="4330415"/>
            <a:ext cx="20305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59" name="Connector 158"/>
          <p:cNvCxnSpPr/>
          <p:nvPr/>
        </p:nvCxnSpPr>
        <p:spPr>
          <a:xfrm flipV="1">
            <a:off x="3696487" y="4330415"/>
            <a:ext cx="20306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160" name="Connector 159"/>
          <p:cNvCxnSpPr/>
          <p:nvPr/>
        </p:nvCxnSpPr>
        <p:spPr>
          <a:xfrm flipH="1" flipV="1">
            <a:off x="2478694" y="4011083"/>
            <a:ext cx="96467" cy="80945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1" name="Connector 160"/>
          <p:cNvCxnSpPr/>
          <p:nvPr/>
        </p:nvCxnSpPr>
        <p:spPr>
          <a:xfrm flipH="1" flipV="1">
            <a:off x="2490874" y="3997315"/>
            <a:ext cx="84287" cy="94713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2" name="Connector 161"/>
          <p:cNvCxnSpPr/>
          <p:nvPr/>
        </p:nvCxnSpPr>
        <p:spPr>
          <a:xfrm flipH="1" flipV="1">
            <a:off x="2505944" y="3986789"/>
            <a:ext cx="69217" cy="105239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3" name="Connector 162"/>
          <p:cNvCxnSpPr/>
          <p:nvPr/>
        </p:nvCxnSpPr>
        <p:spPr>
          <a:xfrm flipH="1" flipV="1">
            <a:off x="2523114" y="3980413"/>
            <a:ext cx="52047" cy="111615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4" name="Connector 163"/>
          <p:cNvCxnSpPr/>
          <p:nvPr/>
        </p:nvCxnSpPr>
        <p:spPr>
          <a:xfrm flipH="1" flipV="1">
            <a:off x="2541265" y="3978806"/>
            <a:ext cx="33896" cy="113222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5" name="Connector 164"/>
          <p:cNvCxnSpPr/>
          <p:nvPr/>
        </p:nvCxnSpPr>
        <p:spPr>
          <a:xfrm flipH="1" flipV="1">
            <a:off x="2559071" y="3982183"/>
            <a:ext cx="16090" cy="109845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6" name="Connector 165"/>
          <p:cNvCxnSpPr/>
          <p:nvPr/>
        </p:nvCxnSpPr>
        <p:spPr>
          <a:xfrm flipV="1">
            <a:off x="2575161" y="3990297"/>
            <a:ext cx="0" cy="101731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7" name="Connector 166"/>
          <p:cNvCxnSpPr/>
          <p:nvPr/>
        </p:nvCxnSpPr>
        <p:spPr>
          <a:xfrm flipV="1">
            <a:off x="2575161" y="4002439"/>
            <a:ext cx="13123" cy="89589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8" name="Connector 167"/>
          <p:cNvCxnSpPr/>
          <p:nvPr/>
        </p:nvCxnSpPr>
        <p:spPr>
          <a:xfrm flipV="1">
            <a:off x="2575161" y="4017517"/>
            <a:ext cx="22307" cy="74511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69" name="Connector 168"/>
          <p:cNvCxnSpPr/>
          <p:nvPr/>
        </p:nvCxnSpPr>
        <p:spPr>
          <a:xfrm flipV="1">
            <a:off x="2575161" y="4034178"/>
            <a:ext cx="26976" cy="57850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70" name="Connector 169"/>
          <p:cNvCxnSpPr/>
          <p:nvPr/>
        </p:nvCxnSpPr>
        <p:spPr>
          <a:xfrm flipV="1">
            <a:off x="2575161" y="4050972"/>
            <a:ext cx="27002" cy="41056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71" name="Connector 170"/>
          <p:cNvCxnSpPr/>
          <p:nvPr/>
        </p:nvCxnSpPr>
        <p:spPr>
          <a:xfrm flipV="1">
            <a:off x="2575161" y="4066521"/>
            <a:ext cx="22699" cy="25507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72" name="Connector 171"/>
          <p:cNvCxnSpPr/>
          <p:nvPr/>
        </p:nvCxnSpPr>
        <p:spPr>
          <a:xfrm flipV="1">
            <a:off x="2575161" y="4079661"/>
            <a:ext cx="14737" cy="12367"/>
          </a:xfrm>
          <a:prstGeom prst="line">
            <a:avLst/>
          </a:prstGeom>
          <a:ln w="6350">
            <a:solidFill>
              <a:srgbClr val="F5F5F5">
                <a:alpha val="45000"/>
              </a:srgbClr>
            </a:solidFill>
          </a:ln>
        </p:spPr>
      </p:cxnSp>
      <p:cxnSp>
        <p:nvCxnSpPr>
          <p:cNvPr id="173" name="Connector 172"/>
          <p:cNvCxnSpPr/>
          <p:nvPr/>
        </p:nvCxnSpPr>
        <p:spPr>
          <a:xfrm>
            <a:off x="3966457" y="4092028"/>
            <a:ext cx="0" cy="0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74" name="Connector 173"/>
          <p:cNvCxnSpPr/>
          <p:nvPr/>
        </p:nvCxnSpPr>
        <p:spPr>
          <a:xfrm>
            <a:off x="4614672" y="4092028"/>
            <a:ext cx="0" cy="0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75" name="Connector 174"/>
          <p:cNvCxnSpPr/>
          <p:nvPr/>
        </p:nvCxnSpPr>
        <p:spPr>
          <a:xfrm>
            <a:off x="2268728" y="4092028"/>
            <a:ext cx="0" cy="0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cxnSp>
        <p:nvCxnSpPr>
          <p:cNvPr id="176" name="Connector 175"/>
          <p:cNvCxnSpPr/>
          <p:nvPr/>
        </p:nvCxnSpPr>
        <p:spPr>
          <a:xfrm>
            <a:off x="2916943" y="4092028"/>
            <a:ext cx="0" cy="0"/>
          </a:xfrm>
          <a:prstGeom prst="line">
            <a:avLst/>
          </a:prstGeom>
          <a:ln w="6350">
            <a:solidFill>
              <a:srgbClr val="F5F5F5">
                <a:alpha val="80000"/>
              </a:srgbClr>
            </a:solidFill>
          </a:ln>
        </p:spPr>
      </p:cxnSp>
      <p:sp>
        <p:nvSpPr>
          <p:cNvPr id="177" name="Oval 176"/>
          <p:cNvSpPr/>
          <p:nvPr/>
        </p:nvSpPr>
        <p:spPr>
          <a:xfrm>
            <a:off x="3788191" y="3919442"/>
            <a:ext cx="25400" cy="25400"/>
          </a:xfrm>
          <a:prstGeom prst="ellipse">
            <a:avLst/>
          </a:prstGeom>
          <a:solidFill>
            <a:srgbClr val="F5F5F5">
              <a:alpha val="795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813151" y="3874744"/>
            <a:ext cx="25400" cy="25400"/>
          </a:xfrm>
          <a:prstGeom prst="ellipse">
            <a:avLst/>
          </a:prstGeom>
          <a:solidFill>
            <a:srgbClr val="F5F5F5">
              <a:alpha val="1079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3850998" y="3837243"/>
            <a:ext cx="25400" cy="25400"/>
          </a:xfrm>
          <a:prstGeom prst="ellipse">
            <a:avLst/>
          </a:prstGeom>
          <a:solidFill>
            <a:srgbClr val="F5F5F5">
              <a:alpha val="1363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899405" y="3812180"/>
            <a:ext cx="25400" cy="25400"/>
          </a:xfrm>
          <a:prstGeom prst="ellipse">
            <a:avLst/>
          </a:prstGeom>
          <a:solidFill>
            <a:srgbClr val="F5F5F5">
              <a:alpha val="16477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3953757" y="3803366"/>
            <a:ext cx="25400" cy="25400"/>
          </a:xfrm>
          <a:prstGeom prst="ellipse">
            <a:avLst/>
          </a:prstGeom>
          <a:solidFill>
            <a:srgbClr val="F5F5F5">
              <a:alpha val="19318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4008107" y="3812190"/>
            <a:ext cx="25400" cy="25400"/>
          </a:xfrm>
          <a:prstGeom prst="ellipse">
            <a:avLst/>
          </a:prstGeom>
          <a:solidFill>
            <a:srgbClr val="F5F5F5">
              <a:alpha val="2215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4056508" y="3837261"/>
            <a:ext cx="25400" cy="25400"/>
          </a:xfrm>
          <a:prstGeom prst="ellipse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4094347" y="3874768"/>
            <a:ext cx="25400" cy="25400"/>
          </a:xfrm>
          <a:prstGeom prst="ellipse">
            <a:avLst/>
          </a:prstGeom>
          <a:solidFill>
            <a:srgbClr val="F5F5F5">
              <a:alpha val="27841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119297" y="3919468"/>
            <a:ext cx="25400" cy="25400"/>
          </a:xfrm>
          <a:prstGeom prst="ellipse">
            <a:avLst/>
          </a:prstGeom>
          <a:solidFill>
            <a:srgbClr val="F5F5F5">
              <a:alpha val="30682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3771480" y="3919452"/>
            <a:ext cx="25400" cy="25400"/>
          </a:xfrm>
          <a:prstGeom prst="ellipse">
            <a:avLst/>
          </a:prstGeom>
          <a:solidFill>
            <a:srgbClr val="F5F5F5">
              <a:alpha val="19318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746521" y="3874758"/>
            <a:ext cx="25400" cy="25400"/>
          </a:xfrm>
          <a:prstGeom prst="ellipse">
            <a:avLst/>
          </a:prstGeom>
          <a:solidFill>
            <a:srgbClr val="F5F5F5">
              <a:alpha val="2215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3708675" y="3837261"/>
            <a:ext cx="25400" cy="25400"/>
          </a:xfrm>
          <a:prstGeom prst="ellipse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660271" y="3812203"/>
            <a:ext cx="25400" cy="25400"/>
          </a:xfrm>
          <a:prstGeom prst="ellipse">
            <a:avLst/>
          </a:prstGeom>
          <a:solidFill>
            <a:srgbClr val="F5F5F5">
              <a:alpha val="27841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3605924" y="3803393"/>
            <a:ext cx="25400" cy="25400"/>
          </a:xfrm>
          <a:prstGeom prst="ellipse">
            <a:avLst/>
          </a:prstGeom>
          <a:solidFill>
            <a:srgbClr val="F5F5F5">
              <a:alpha val="30682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551581" y="3812220"/>
            <a:ext cx="25400" cy="25400"/>
          </a:xfrm>
          <a:prstGeom prst="ellipse">
            <a:avLst/>
          </a:prstGeom>
          <a:solidFill>
            <a:srgbClr val="F5F5F5">
              <a:alpha val="33523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3503186" y="3837292"/>
            <a:ext cx="25400" cy="25400"/>
          </a:xfrm>
          <a:prstGeom prst="ellipse">
            <a:avLst/>
          </a:prstGeom>
          <a:solidFill>
            <a:srgbClr val="F5F5F5">
              <a:alpha val="36364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3465355" y="3874798"/>
            <a:ext cx="25400" cy="25400"/>
          </a:xfrm>
          <a:prstGeom prst="ellipse">
            <a:avLst/>
          </a:prstGeom>
          <a:solidFill>
            <a:srgbClr val="F5F5F5">
              <a:alpha val="3920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440412" y="3919494"/>
            <a:ext cx="25400" cy="25400"/>
          </a:xfrm>
          <a:prstGeom prst="ellipse">
            <a:avLst/>
          </a:prstGeom>
          <a:solidFill>
            <a:srgbClr val="F5F5F5">
              <a:alpha val="4204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086536" y="3919468"/>
            <a:ext cx="25400" cy="25400"/>
          </a:xfrm>
          <a:prstGeom prst="ellipse">
            <a:avLst/>
          </a:prstGeom>
          <a:solidFill>
            <a:srgbClr val="F5F5F5">
              <a:alpha val="30682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111495" y="3874781"/>
            <a:ext cx="25400" cy="25400"/>
          </a:xfrm>
          <a:prstGeom prst="ellipse">
            <a:avLst/>
          </a:prstGeom>
          <a:solidFill>
            <a:srgbClr val="F5F5F5">
              <a:alpha val="33523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149338" y="3837292"/>
            <a:ext cx="25400" cy="25400"/>
          </a:xfrm>
          <a:prstGeom prst="ellipse">
            <a:avLst/>
          </a:prstGeom>
          <a:solidFill>
            <a:srgbClr val="F5F5F5">
              <a:alpha val="36364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3197737" y="3812242"/>
            <a:ext cx="25400" cy="25400"/>
          </a:xfrm>
          <a:prstGeom prst="ellipse">
            <a:avLst/>
          </a:prstGeom>
          <a:solidFill>
            <a:srgbClr val="F5F5F5">
              <a:alpha val="3920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3252076" y="3803439"/>
            <a:ext cx="25400" cy="25400"/>
          </a:xfrm>
          <a:prstGeom prst="ellipse">
            <a:avLst/>
          </a:prstGeom>
          <a:solidFill>
            <a:srgbClr val="F5F5F5">
              <a:alpha val="4204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3306409" y="3812271"/>
            <a:ext cx="25400" cy="25400"/>
          </a:xfrm>
          <a:prstGeom prst="ellipse">
            <a:avLst/>
          </a:prstGeom>
          <a:solidFill>
            <a:srgbClr val="F5F5F5">
              <a:alpha val="4488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3354792" y="3837344"/>
            <a:ext cx="25400" cy="25400"/>
          </a:xfrm>
          <a:prstGeom prst="ellipse">
            <a:avLst/>
          </a:prstGeom>
          <a:solidFill>
            <a:srgbClr val="F5F5F5">
              <a:alpha val="47727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392611" y="3874848"/>
            <a:ext cx="25400" cy="25400"/>
          </a:xfrm>
          <a:prstGeom prst="ellipse">
            <a:avLst/>
          </a:prstGeom>
          <a:solidFill>
            <a:srgbClr val="F5F5F5">
              <a:alpha val="50568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3417542" y="3919539"/>
            <a:ext cx="25400" cy="25400"/>
          </a:xfrm>
          <a:prstGeom prst="ellipse">
            <a:avLst/>
          </a:prstGeom>
          <a:solidFill>
            <a:srgbClr val="F5F5F5">
              <a:alpha val="5340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3069755" y="3919494"/>
            <a:ext cx="25400" cy="25400"/>
          </a:xfrm>
          <a:prstGeom prst="ellipse">
            <a:avLst/>
          </a:prstGeom>
          <a:solidFill>
            <a:srgbClr val="F5F5F5">
              <a:alpha val="4204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044798" y="3874819"/>
            <a:ext cx="25400" cy="25400"/>
          </a:xfrm>
          <a:prstGeom prst="ellipse">
            <a:avLst/>
          </a:prstGeom>
          <a:solidFill>
            <a:srgbClr val="F5F5F5">
              <a:alpha val="4488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006959" y="3837344"/>
            <a:ext cx="25400" cy="25400"/>
          </a:xfrm>
          <a:prstGeom prst="ellipse">
            <a:avLst/>
          </a:prstGeom>
          <a:solidFill>
            <a:srgbClr val="F5F5F5">
              <a:alpha val="47727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2958569" y="3812308"/>
            <a:ext cx="25400" cy="25400"/>
          </a:xfrm>
          <a:prstGeom prst="ellipse">
            <a:avLst/>
          </a:prstGeom>
          <a:solidFill>
            <a:srgbClr val="F5F5F5">
              <a:alpha val="50568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2904243" y="3803516"/>
            <a:ext cx="25400" cy="25400"/>
          </a:xfrm>
          <a:prstGeom prst="ellipse">
            <a:avLst/>
          </a:prstGeom>
          <a:solidFill>
            <a:srgbClr val="F5F5F5">
              <a:alpha val="5340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2849927" y="3812356"/>
            <a:ext cx="25400" cy="25400"/>
          </a:xfrm>
          <a:prstGeom prst="ellipse">
            <a:avLst/>
          </a:prstGeom>
          <a:solidFill>
            <a:srgbClr val="F5F5F5">
              <a:alpha val="5625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801564" y="3837432"/>
            <a:ext cx="25400" cy="25400"/>
          </a:xfrm>
          <a:prstGeom prst="ellipse">
            <a:avLst/>
          </a:prstGeom>
          <a:solidFill>
            <a:srgbClr val="F5F5F5">
              <a:alpha val="59091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2763766" y="3874932"/>
            <a:ext cx="25400" cy="25400"/>
          </a:xfrm>
          <a:prstGeom prst="ellipse">
            <a:avLst/>
          </a:prstGeom>
          <a:solidFill>
            <a:srgbClr val="F5F5F5">
              <a:alpha val="61932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738855" y="3919614"/>
            <a:ext cx="25400" cy="25400"/>
          </a:xfrm>
          <a:prstGeom prst="ellipse">
            <a:avLst/>
          </a:prstGeom>
          <a:solidFill>
            <a:srgbClr val="F5F5F5">
              <a:alpha val="64773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2396995" y="3919539"/>
            <a:ext cx="25400" cy="25400"/>
          </a:xfrm>
          <a:prstGeom prst="ellipse">
            <a:avLst/>
          </a:prstGeom>
          <a:solidFill>
            <a:srgbClr val="F5F5F5">
              <a:alpha val="5340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2421951" y="3874884"/>
            <a:ext cx="25400" cy="25400"/>
          </a:xfrm>
          <a:prstGeom prst="ellipse">
            <a:avLst/>
          </a:prstGeom>
          <a:solidFill>
            <a:srgbClr val="F5F5F5">
              <a:alpha val="5625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459782" y="3837432"/>
            <a:ext cx="25400" cy="25400"/>
          </a:xfrm>
          <a:prstGeom prst="ellipse">
            <a:avLst/>
          </a:prstGeom>
          <a:solidFill>
            <a:srgbClr val="F5F5F5">
              <a:alpha val="59091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2508158" y="3812418"/>
            <a:ext cx="25400" cy="25400"/>
          </a:xfrm>
          <a:prstGeom prst="ellipse">
            <a:avLst/>
          </a:prstGeom>
          <a:solidFill>
            <a:srgbClr val="F5F5F5">
              <a:alpha val="61932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562461" y="3803646"/>
            <a:ext cx="25400" cy="25400"/>
          </a:xfrm>
          <a:prstGeom prst="ellipse">
            <a:avLst/>
          </a:prstGeom>
          <a:solidFill>
            <a:srgbClr val="F5F5F5">
              <a:alpha val="64773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616748" y="3812499"/>
            <a:ext cx="25400" cy="25400"/>
          </a:xfrm>
          <a:prstGeom prst="ellipse">
            <a:avLst/>
          </a:prstGeom>
          <a:solidFill>
            <a:srgbClr val="F5F5F5">
              <a:alpha val="67614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665077" y="3837580"/>
            <a:ext cx="25400" cy="25400"/>
          </a:xfrm>
          <a:prstGeom prst="ellipse">
            <a:avLst/>
          </a:prstGeom>
          <a:solidFill>
            <a:srgbClr val="F5F5F5">
              <a:alpha val="7045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702840" y="3875074"/>
            <a:ext cx="25400" cy="25400"/>
          </a:xfrm>
          <a:prstGeom prst="ellipse">
            <a:avLst/>
          </a:prstGeom>
          <a:solidFill>
            <a:srgbClr val="F5F5F5">
              <a:alpha val="7329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727718" y="3919740"/>
            <a:ext cx="25400" cy="25400"/>
          </a:xfrm>
          <a:prstGeom prst="ellipse">
            <a:avLst/>
          </a:prstGeom>
          <a:solidFill>
            <a:srgbClr val="F5F5F5">
              <a:alpha val="7613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421417" y="3919614"/>
            <a:ext cx="25400" cy="25400"/>
          </a:xfrm>
          <a:prstGeom prst="ellipse">
            <a:avLst/>
          </a:prstGeom>
          <a:solidFill>
            <a:srgbClr val="F5F5F5">
              <a:alpha val="64773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396463" y="3874994"/>
            <a:ext cx="25400" cy="25400"/>
          </a:xfrm>
          <a:prstGeom prst="ellipse">
            <a:avLst/>
          </a:prstGeom>
          <a:solidFill>
            <a:srgbClr val="F5F5F5">
              <a:alpha val="67614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358644" y="3837580"/>
            <a:ext cx="25400" cy="25400"/>
          </a:xfrm>
          <a:prstGeom prst="ellipse">
            <a:avLst/>
          </a:prstGeom>
          <a:solidFill>
            <a:srgbClr val="F5F5F5">
              <a:alpha val="7045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310294" y="3812604"/>
            <a:ext cx="25400" cy="25400"/>
          </a:xfrm>
          <a:prstGeom prst="ellipse">
            <a:avLst/>
          </a:prstGeom>
          <a:solidFill>
            <a:srgbClr val="F5F5F5">
              <a:alpha val="7329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256028" y="3803864"/>
            <a:ext cx="25400" cy="25400"/>
          </a:xfrm>
          <a:prstGeom prst="ellipse">
            <a:avLst/>
          </a:prstGeom>
          <a:solidFill>
            <a:srgbClr val="F5F5F5">
              <a:alpha val="7613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201790" y="3812739"/>
            <a:ext cx="25400" cy="25400"/>
          </a:xfrm>
          <a:prstGeom prst="ellipse">
            <a:avLst/>
          </a:prstGeom>
          <a:solidFill>
            <a:srgbClr val="F5F5F5">
              <a:alpha val="78977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153518" y="3837828"/>
            <a:ext cx="25400" cy="25400"/>
          </a:xfrm>
          <a:prstGeom prst="ellipse">
            <a:avLst/>
          </a:prstGeom>
          <a:solidFill>
            <a:srgbClr val="F5F5F5">
              <a:alpha val="81818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115813" y="3875313"/>
            <a:ext cx="25400" cy="25400"/>
          </a:xfrm>
          <a:prstGeom prst="ellipse">
            <a:avLst/>
          </a:prstGeom>
          <a:solidFill>
            <a:srgbClr val="F5F5F5">
              <a:alpha val="8465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2090991" y="3919953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3229467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3302992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555008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628533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3392344" y="4296375"/>
            <a:ext cx="25400" cy="25400"/>
          </a:xfrm>
          <a:prstGeom prst="ellipse">
            <a:avLst/>
          </a:prstGeom>
          <a:solidFill>
            <a:srgbClr val="F5F5F5">
              <a:alpha val="6514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3465656" y="4296375"/>
            <a:ext cx="25400" cy="25400"/>
          </a:xfrm>
          <a:prstGeom prst="ellipse">
            <a:avLst/>
          </a:prstGeom>
          <a:solidFill>
            <a:srgbClr val="F5F5F5">
              <a:alpha val="6514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3314252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3380978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3477022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543748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3153907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3215782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3642218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3704093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3953757" y="4079328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601972" y="4079328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2256028" y="4079328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2904243" y="4079328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3161764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3240402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3487305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3565942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3282468" y="4225382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3243149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3321787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3445238" y="4225382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3405920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3484557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317831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325215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3503858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57769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3341088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341492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5" name="Connector 264"/>
          <p:cNvCxnSpPr/>
          <p:nvPr/>
        </p:nvCxnSpPr>
        <p:spPr>
          <a:xfrm flipV="1">
            <a:off x="4767888" y="3586700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66" name="Oval 265"/>
          <p:cNvSpPr/>
          <p:nvPr/>
        </p:nvSpPr>
        <p:spPr>
          <a:xfrm>
            <a:off x="4748838" y="3567650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 flipV="1">
            <a:off x="4461455" y="3606311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68" name="Oval 267"/>
          <p:cNvSpPr/>
          <p:nvPr/>
        </p:nvSpPr>
        <p:spPr>
          <a:xfrm>
            <a:off x="4442405" y="3587261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9" name="Connector 268"/>
          <p:cNvCxnSpPr/>
          <p:nvPr/>
        </p:nvCxnSpPr>
        <p:spPr>
          <a:xfrm flipV="1">
            <a:off x="4137330" y="3626699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70" name="Oval 269"/>
          <p:cNvSpPr/>
          <p:nvPr/>
        </p:nvSpPr>
        <p:spPr>
          <a:xfrm>
            <a:off x="4118280" y="3607649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1" name="Connector 270"/>
          <p:cNvCxnSpPr/>
          <p:nvPr/>
        </p:nvCxnSpPr>
        <p:spPr>
          <a:xfrm flipV="1">
            <a:off x="3795548" y="3647863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72" name="Oval 271"/>
          <p:cNvSpPr/>
          <p:nvPr/>
        </p:nvSpPr>
        <p:spPr>
          <a:xfrm>
            <a:off x="3776498" y="3628813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3" name="Connector 272"/>
          <p:cNvCxnSpPr/>
          <p:nvPr/>
        </p:nvCxnSpPr>
        <p:spPr>
          <a:xfrm flipV="1">
            <a:off x="3441700" y="3669803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74" name="Oval 273"/>
          <p:cNvSpPr/>
          <p:nvPr/>
        </p:nvSpPr>
        <p:spPr>
          <a:xfrm>
            <a:off x="3422650" y="3650753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5" name="Connector 274"/>
          <p:cNvCxnSpPr/>
          <p:nvPr/>
        </p:nvCxnSpPr>
        <p:spPr>
          <a:xfrm flipV="1">
            <a:off x="3087852" y="3692519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76" name="Oval 275"/>
          <p:cNvSpPr/>
          <p:nvPr/>
        </p:nvSpPr>
        <p:spPr>
          <a:xfrm>
            <a:off x="3068802" y="3673469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7" name="Connector 276"/>
          <p:cNvCxnSpPr/>
          <p:nvPr/>
        </p:nvCxnSpPr>
        <p:spPr>
          <a:xfrm flipV="1">
            <a:off x="2746070" y="3716012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78" name="Oval 277"/>
          <p:cNvSpPr/>
          <p:nvPr/>
        </p:nvSpPr>
        <p:spPr>
          <a:xfrm>
            <a:off x="2727020" y="3696962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9" name="Connector 278"/>
          <p:cNvCxnSpPr/>
          <p:nvPr/>
        </p:nvCxnSpPr>
        <p:spPr>
          <a:xfrm flipV="1">
            <a:off x="2421945" y="3740280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80" name="Oval 279"/>
          <p:cNvSpPr/>
          <p:nvPr/>
        </p:nvSpPr>
        <p:spPr>
          <a:xfrm>
            <a:off x="2402895" y="3721230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1" name="Connector 280"/>
          <p:cNvCxnSpPr/>
          <p:nvPr/>
        </p:nvCxnSpPr>
        <p:spPr>
          <a:xfrm flipV="1">
            <a:off x="2115512" y="3765324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82" name="Oval 281"/>
          <p:cNvSpPr/>
          <p:nvPr/>
        </p:nvSpPr>
        <p:spPr>
          <a:xfrm>
            <a:off x="2096462" y="3746274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3" name="Connector 282"/>
          <p:cNvCxnSpPr/>
          <p:nvPr/>
        </p:nvCxnSpPr>
        <p:spPr>
          <a:xfrm flipV="1">
            <a:off x="3618624" y="4056681"/>
            <a:ext cx="0" cy="35347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84" name="Oval 283"/>
          <p:cNvSpPr/>
          <p:nvPr/>
        </p:nvSpPr>
        <p:spPr>
          <a:xfrm>
            <a:off x="3599574" y="4037631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5" name="Connector 284"/>
          <p:cNvCxnSpPr/>
          <p:nvPr/>
        </p:nvCxnSpPr>
        <p:spPr>
          <a:xfrm flipV="1">
            <a:off x="3264776" y="4056681"/>
            <a:ext cx="0" cy="35347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86" name="Oval 285"/>
          <p:cNvSpPr/>
          <p:nvPr/>
        </p:nvSpPr>
        <p:spPr>
          <a:xfrm>
            <a:off x="3245726" y="4037631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7" name="Connector 286"/>
          <p:cNvCxnSpPr/>
          <p:nvPr/>
        </p:nvCxnSpPr>
        <p:spPr>
          <a:xfrm>
            <a:off x="2916943" y="4092028"/>
            <a:ext cx="0" cy="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88" name="Oval 287"/>
          <p:cNvSpPr/>
          <p:nvPr/>
        </p:nvSpPr>
        <p:spPr>
          <a:xfrm>
            <a:off x="2897893" y="4072978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9" name="Connector 288"/>
          <p:cNvCxnSpPr/>
          <p:nvPr/>
        </p:nvCxnSpPr>
        <p:spPr>
          <a:xfrm>
            <a:off x="3966457" y="4092028"/>
            <a:ext cx="0" cy="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90" name="Oval 289"/>
          <p:cNvSpPr/>
          <p:nvPr/>
        </p:nvSpPr>
        <p:spPr>
          <a:xfrm>
            <a:off x="3947407" y="4072978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1" name="Connector 290"/>
          <p:cNvCxnSpPr/>
          <p:nvPr/>
        </p:nvCxnSpPr>
        <p:spPr>
          <a:xfrm>
            <a:off x="3441700" y="4092028"/>
            <a:ext cx="0" cy="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292" name="Oval 291"/>
          <p:cNvSpPr/>
          <p:nvPr/>
        </p:nvSpPr>
        <p:spPr>
          <a:xfrm>
            <a:off x="3422650" y="4072978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840158" y="2082523"/>
            <a:ext cx="1203084" cy="1203084"/>
          </a:xfrm>
          <a:prstGeom prst="ellipse">
            <a:avLst/>
          </a:prstGeom>
          <a:solidFill>
            <a:srgbClr val="0FF796">
              <a:alpha val="6000"/>
            </a:srgbClr>
          </a:solidFill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1513970" y="2082523"/>
            <a:ext cx="1203084" cy="1203084"/>
          </a:xfrm>
          <a:prstGeom prst="ellipse">
            <a:avLst/>
          </a:prstGeom>
          <a:solidFill>
            <a:srgbClr val="0FF796">
              <a:alpha val="6000"/>
            </a:srgbClr>
          </a:solidFill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4166346" y="2082523"/>
            <a:ext cx="1203084" cy="1203084"/>
          </a:xfrm>
          <a:prstGeom prst="ellipse">
            <a:avLst/>
          </a:prstGeom>
          <a:solidFill>
            <a:srgbClr val="0FF796">
              <a:alpha val="6000"/>
            </a:srgbClr>
          </a:solidFill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3730405" y="2516695"/>
            <a:ext cx="813851" cy="813851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1741141" y="2549249"/>
            <a:ext cx="748743" cy="748743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371698" y="2549249"/>
            <a:ext cx="748743" cy="748743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3067329" y="2549249"/>
            <a:ext cx="748743" cy="748743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4393516" y="2549249"/>
            <a:ext cx="748743" cy="748743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801235" y="3061975"/>
            <a:ext cx="573234" cy="573234"/>
          </a:xfrm>
          <a:prstGeom prst="ellipse">
            <a:avLst/>
          </a:prstGeom>
          <a:solidFill>
            <a:srgbClr val="F5F5F5">
              <a:alpha val="12000"/>
            </a:srgbClr>
          </a:solidFill>
          <a:ln w="8890">
            <a:solidFill>
              <a:srgbClr val="F5F5F5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4196069" y="3083206"/>
            <a:ext cx="530772" cy="530772"/>
          </a:xfrm>
          <a:prstGeom prst="ellipse">
            <a:avLst/>
          </a:prstGeom>
          <a:solidFill>
            <a:srgbClr val="F5F5F5">
              <a:alpha val="12000"/>
            </a:srgbClr>
          </a:solidFill>
          <a:ln w="8890">
            <a:solidFill>
              <a:srgbClr val="F5F5F5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156558" y="3083206"/>
            <a:ext cx="530772" cy="530772"/>
          </a:xfrm>
          <a:prstGeom prst="ellipse">
            <a:avLst/>
          </a:prstGeom>
          <a:solidFill>
            <a:srgbClr val="F5F5F5">
              <a:alpha val="12000"/>
            </a:srgbClr>
          </a:solidFill>
          <a:ln w="8890">
            <a:solidFill>
              <a:srgbClr val="F5F5F5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3551393" y="3104437"/>
            <a:ext cx="488311" cy="488311"/>
          </a:xfrm>
          <a:prstGeom prst="ellipse">
            <a:avLst/>
          </a:prstGeom>
          <a:solidFill>
            <a:srgbClr val="F5F5F5">
              <a:alpha val="12000"/>
            </a:srgbClr>
          </a:solidFill>
          <a:ln w="8890">
            <a:solidFill>
              <a:srgbClr val="F5F5F5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96758" y="3388931"/>
            <a:ext cx="343941" cy="343941"/>
          </a:xfrm>
          <a:prstGeom prst="ellipse">
            <a:avLst/>
          </a:prstGeom>
          <a:solidFill>
            <a:srgbClr val="F5F5F5">
              <a:alpha val="6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4442701" y="3388931"/>
            <a:ext cx="343941" cy="343941"/>
          </a:xfrm>
          <a:prstGeom prst="ellipse">
            <a:avLst/>
          </a:prstGeom>
          <a:solidFill>
            <a:srgbClr val="F5F5F5">
              <a:alpha val="6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4136269" y="3388931"/>
            <a:ext cx="343941" cy="343941"/>
          </a:xfrm>
          <a:prstGeom prst="ellipse">
            <a:avLst/>
          </a:prstGeom>
          <a:solidFill>
            <a:srgbClr val="F5F5F5">
              <a:alpha val="6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744973" y="3388931"/>
            <a:ext cx="343941" cy="343941"/>
          </a:xfrm>
          <a:prstGeom prst="ellipse">
            <a:avLst/>
          </a:prstGeom>
          <a:solidFill>
            <a:srgbClr val="F5F5F5">
              <a:alpha val="6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3794487" y="3388931"/>
            <a:ext cx="343941" cy="343941"/>
          </a:xfrm>
          <a:prstGeom prst="ellipse">
            <a:avLst/>
          </a:prstGeom>
          <a:solidFill>
            <a:srgbClr val="F5F5F5">
              <a:alpha val="6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3459392" y="3401670"/>
            <a:ext cx="318463" cy="318463"/>
          </a:xfrm>
          <a:prstGeom prst="ellipse">
            <a:avLst/>
          </a:prstGeom>
          <a:solidFill>
            <a:srgbClr val="F5F5F5">
              <a:alpha val="12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415929" y="3401670"/>
            <a:ext cx="318463" cy="318463"/>
          </a:xfrm>
          <a:prstGeom prst="ellipse">
            <a:avLst/>
          </a:prstGeom>
          <a:solidFill>
            <a:srgbClr val="F5F5F5">
              <a:alpha val="12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3105544" y="3401670"/>
            <a:ext cx="318463" cy="318463"/>
          </a:xfrm>
          <a:prstGeom prst="ellipse">
            <a:avLst/>
          </a:prstGeom>
          <a:solidFill>
            <a:srgbClr val="F5F5F5">
              <a:alpha val="6000"/>
            </a:srgbClr>
          </a:solidFill>
          <a:ln w="8255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762000" y="1739900"/>
            <a:ext cx="5105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高配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球花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72200" y="1638300"/>
            <a:ext cx="5410200" cy="3175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15" name="Connector 314"/>
          <p:cNvCxnSpPr/>
          <p:nvPr/>
        </p:nvCxnSpPr>
        <p:spPr>
          <a:xfrm>
            <a:off x="6553200" y="3561255"/>
            <a:ext cx="4902200" cy="0"/>
          </a:xfrm>
          <a:prstGeom prst="line">
            <a:avLst/>
          </a:prstGeom>
          <a:ln w="6350">
            <a:solidFill>
              <a:srgbClr val="F5F5F5">
                <a:alpha val="7000"/>
              </a:srgbClr>
            </a:solidFill>
          </a:ln>
        </p:spPr>
      </p:cxnSp>
      <p:sp>
        <p:nvSpPr>
          <p:cNvPr id="316" name="TextBox 315"/>
          <p:cNvSpPr txBox="1"/>
          <p:nvPr/>
        </p:nvSpPr>
        <p:spPr>
          <a:xfrm>
            <a:off x="6261100" y="3485055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300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317" name="Connector 316"/>
          <p:cNvCxnSpPr/>
          <p:nvPr/>
        </p:nvCxnSpPr>
        <p:spPr>
          <a:xfrm>
            <a:off x="6553200" y="3030483"/>
            <a:ext cx="4902200" cy="0"/>
          </a:xfrm>
          <a:prstGeom prst="line">
            <a:avLst/>
          </a:prstGeom>
          <a:ln w="6350">
            <a:solidFill>
              <a:srgbClr val="F5F5F5">
                <a:alpha val="7000"/>
              </a:srgbClr>
            </a:solidFill>
          </a:ln>
        </p:spPr>
      </p:cxnSp>
      <p:sp>
        <p:nvSpPr>
          <p:cNvPr id="318" name="TextBox 317"/>
          <p:cNvSpPr txBox="1"/>
          <p:nvPr/>
        </p:nvSpPr>
        <p:spPr>
          <a:xfrm>
            <a:off x="6261100" y="2954283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450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319" name="Connector 318"/>
          <p:cNvCxnSpPr/>
          <p:nvPr/>
        </p:nvCxnSpPr>
        <p:spPr>
          <a:xfrm>
            <a:off x="6553200" y="2499710"/>
            <a:ext cx="4902200" cy="0"/>
          </a:xfrm>
          <a:prstGeom prst="line">
            <a:avLst/>
          </a:prstGeom>
          <a:ln w="6350">
            <a:solidFill>
              <a:srgbClr val="F5F5F5">
                <a:alpha val="7000"/>
              </a:srgbClr>
            </a:solidFill>
          </a:ln>
        </p:spPr>
      </p:cxnSp>
      <p:sp>
        <p:nvSpPr>
          <p:cNvPr id="320" name="TextBox 319"/>
          <p:cNvSpPr txBox="1"/>
          <p:nvPr/>
        </p:nvSpPr>
        <p:spPr>
          <a:xfrm>
            <a:off x="6261100" y="242351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600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588907" y="4092028"/>
            <a:ext cx="2830786" cy="530772"/>
          </a:xfrm>
          <a:prstGeom prst="rect">
            <a:avLst/>
          </a:prstGeom>
          <a:solidFill>
            <a:srgbClr val="F5F5F5">
              <a:alpha val="3500"/>
            </a:srgbClr>
          </a:solidFill>
          <a:ln w="6350">
            <a:solidFill>
              <a:srgbClr val="F5F5F5">
                <a:alpha val="22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8119679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cxnSp>
        <p:nvCxnSpPr>
          <p:cNvPr id="323" name="Connector 322"/>
          <p:cNvCxnSpPr/>
          <p:nvPr/>
        </p:nvCxnSpPr>
        <p:spPr>
          <a:xfrm>
            <a:off x="8650452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cxnSp>
        <p:nvCxnSpPr>
          <p:cNvPr id="324" name="Connector 323"/>
          <p:cNvCxnSpPr/>
          <p:nvPr/>
        </p:nvCxnSpPr>
        <p:spPr>
          <a:xfrm>
            <a:off x="9358148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cxnSp>
        <p:nvCxnSpPr>
          <p:cNvPr id="325" name="Connector 324"/>
          <p:cNvCxnSpPr/>
          <p:nvPr/>
        </p:nvCxnSpPr>
        <p:spPr>
          <a:xfrm>
            <a:off x="9888921" y="4092028"/>
            <a:ext cx="0" cy="530772"/>
          </a:xfrm>
          <a:prstGeom prst="line">
            <a:avLst/>
          </a:prstGeom>
          <a:ln w="6350">
            <a:solidFill>
              <a:srgbClr val="F5F5F5">
                <a:alpha val="12000"/>
              </a:srgbClr>
            </a:solidFill>
          </a:ln>
        </p:spPr>
      </p:cxnSp>
      <p:sp>
        <p:nvSpPr>
          <p:cNvPr id="326" name="Rectangle 325"/>
          <p:cNvSpPr/>
          <p:nvPr/>
        </p:nvSpPr>
        <p:spPr>
          <a:xfrm>
            <a:off x="8650452" y="4445876"/>
            <a:ext cx="707697" cy="176924"/>
          </a:xfrm>
          <a:prstGeom prst="rect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1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261100" y="4015828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28" name="Isosceles Triangle 327"/>
          <p:cNvSpPr/>
          <p:nvPr/>
        </p:nvSpPr>
        <p:spPr>
          <a:xfrm>
            <a:off x="7645619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Isosceles Triangle 328"/>
          <p:cNvSpPr/>
          <p:nvPr/>
        </p:nvSpPr>
        <p:spPr>
          <a:xfrm>
            <a:off x="7953467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Isosceles Triangle 329"/>
          <p:cNvSpPr/>
          <p:nvPr/>
        </p:nvSpPr>
        <p:spPr>
          <a:xfrm>
            <a:off x="8275469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Isosceles Triangle 330"/>
          <p:cNvSpPr/>
          <p:nvPr/>
        </p:nvSpPr>
        <p:spPr>
          <a:xfrm>
            <a:off x="8618702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Isosceles Triangle 331"/>
          <p:cNvSpPr/>
          <p:nvPr/>
        </p:nvSpPr>
        <p:spPr>
          <a:xfrm>
            <a:off x="8972550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Isosceles Triangle 332"/>
          <p:cNvSpPr/>
          <p:nvPr/>
        </p:nvSpPr>
        <p:spPr>
          <a:xfrm>
            <a:off x="9326398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Isosceles Triangle 333"/>
          <p:cNvSpPr/>
          <p:nvPr/>
        </p:nvSpPr>
        <p:spPr>
          <a:xfrm>
            <a:off x="9669631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Isosceles Triangle 334"/>
          <p:cNvSpPr/>
          <p:nvPr/>
        </p:nvSpPr>
        <p:spPr>
          <a:xfrm>
            <a:off x="9991633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Isosceles Triangle 335"/>
          <p:cNvSpPr/>
          <p:nvPr/>
        </p:nvSpPr>
        <p:spPr>
          <a:xfrm>
            <a:off x="10299481" y="4034878"/>
            <a:ext cx="63500" cy="57150"/>
          </a:xfrm>
          <a:prstGeom prst="triangl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7814012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8118322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8461555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808326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9162174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9508945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9852178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10156488" y="4053928"/>
            <a:ext cx="38100" cy="38100"/>
          </a:xfrm>
          <a:prstGeom prst="ellipse">
            <a:avLst/>
          </a:prstGeom>
          <a:noFill/>
          <a:ln w="635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Diamond 344"/>
          <p:cNvSpPr/>
          <p:nvPr/>
        </p:nvSpPr>
        <p:spPr>
          <a:xfrm>
            <a:off x="874109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Diamond 345"/>
          <p:cNvSpPr/>
          <p:nvPr/>
        </p:nvSpPr>
        <p:spPr>
          <a:xfrm>
            <a:off x="8822480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Diamond 346"/>
          <p:cNvSpPr/>
          <p:nvPr/>
        </p:nvSpPr>
        <p:spPr>
          <a:xfrm>
            <a:off x="890386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Diamond 347"/>
          <p:cNvSpPr/>
          <p:nvPr/>
        </p:nvSpPr>
        <p:spPr>
          <a:xfrm>
            <a:off x="8985250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Diamond 348"/>
          <p:cNvSpPr/>
          <p:nvPr/>
        </p:nvSpPr>
        <p:spPr>
          <a:xfrm>
            <a:off x="906663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Diamond 349"/>
          <p:cNvSpPr/>
          <p:nvPr/>
        </p:nvSpPr>
        <p:spPr>
          <a:xfrm>
            <a:off x="9148020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Diamond 350"/>
          <p:cNvSpPr/>
          <p:nvPr/>
        </p:nvSpPr>
        <p:spPr>
          <a:xfrm>
            <a:off x="9229405" y="4407776"/>
            <a:ext cx="38100" cy="38100"/>
          </a:xfrm>
          <a:prstGeom prst="diamond">
            <a:avLst/>
          </a:prstGeom>
          <a:solidFill>
            <a:srgbClr val="F5F5F5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2" name="Connector 351"/>
          <p:cNvCxnSpPr/>
          <p:nvPr/>
        </p:nvCxnSpPr>
        <p:spPr>
          <a:xfrm flipH="1" flipV="1">
            <a:off x="8804767" y="4308676"/>
            <a:ext cx="20306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353" name="Connector 352"/>
          <p:cNvCxnSpPr/>
          <p:nvPr/>
        </p:nvCxnSpPr>
        <p:spPr>
          <a:xfrm flipV="1">
            <a:off x="8857987" y="4308676"/>
            <a:ext cx="20305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354" name="Connector 353"/>
          <p:cNvCxnSpPr/>
          <p:nvPr/>
        </p:nvCxnSpPr>
        <p:spPr>
          <a:xfrm flipH="1" flipV="1">
            <a:off x="9130308" y="4308676"/>
            <a:ext cx="20305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355" name="Connector 354"/>
          <p:cNvCxnSpPr/>
          <p:nvPr/>
        </p:nvCxnSpPr>
        <p:spPr>
          <a:xfrm flipV="1">
            <a:off x="9183527" y="4308676"/>
            <a:ext cx="20306" cy="75782"/>
          </a:xfrm>
          <a:prstGeom prst="line">
            <a:avLst/>
          </a:prstGeom>
          <a:ln w="6350">
            <a:solidFill>
              <a:srgbClr val="F5F5F5">
                <a:alpha val="38999"/>
              </a:srgbClr>
            </a:solidFill>
          </a:ln>
        </p:spPr>
      </p:cxnSp>
      <p:cxnSp>
        <p:nvCxnSpPr>
          <p:cNvPr id="356" name="Connector 355"/>
          <p:cNvCxnSpPr/>
          <p:nvPr/>
        </p:nvCxnSpPr>
        <p:spPr>
          <a:xfrm flipH="1" flipV="1">
            <a:off x="8967644" y="4309075"/>
            <a:ext cx="20306" cy="75783"/>
          </a:xfrm>
          <a:prstGeom prst="line">
            <a:avLst/>
          </a:prstGeom>
          <a:ln w="6350">
            <a:solidFill>
              <a:srgbClr val="F5F5F5">
                <a:alpha val="51186"/>
              </a:srgbClr>
            </a:solidFill>
          </a:ln>
        </p:spPr>
      </p:cxnSp>
      <p:cxnSp>
        <p:nvCxnSpPr>
          <p:cNvPr id="357" name="Connector 356"/>
          <p:cNvCxnSpPr/>
          <p:nvPr/>
        </p:nvCxnSpPr>
        <p:spPr>
          <a:xfrm flipV="1">
            <a:off x="9020650" y="4309075"/>
            <a:ext cx="20306" cy="75783"/>
          </a:xfrm>
          <a:prstGeom prst="line">
            <a:avLst/>
          </a:prstGeom>
          <a:ln w="6350">
            <a:solidFill>
              <a:srgbClr val="F5F5F5">
                <a:alpha val="51186"/>
              </a:srgbClr>
            </a:solidFill>
          </a:ln>
        </p:spPr>
      </p:cxnSp>
      <p:cxnSp>
        <p:nvCxnSpPr>
          <p:cNvPr id="358" name="Connector 357"/>
          <p:cNvCxnSpPr/>
          <p:nvPr/>
        </p:nvCxnSpPr>
        <p:spPr>
          <a:xfrm flipH="1" flipV="1">
            <a:off x="8889552" y="4321362"/>
            <a:ext cx="20305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59" name="Connector 358"/>
          <p:cNvCxnSpPr/>
          <p:nvPr/>
        </p:nvCxnSpPr>
        <p:spPr>
          <a:xfrm flipV="1">
            <a:off x="8935972" y="4321362"/>
            <a:ext cx="20306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60" name="Connector 359"/>
          <p:cNvCxnSpPr/>
          <p:nvPr/>
        </p:nvCxnSpPr>
        <p:spPr>
          <a:xfrm flipH="1" flipV="1">
            <a:off x="9052322" y="4321362"/>
            <a:ext cx="20306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61" name="Connector 360"/>
          <p:cNvCxnSpPr/>
          <p:nvPr/>
        </p:nvCxnSpPr>
        <p:spPr>
          <a:xfrm flipV="1">
            <a:off x="9098743" y="4321362"/>
            <a:ext cx="20305" cy="75783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62" name="Connector 361"/>
          <p:cNvCxnSpPr/>
          <p:nvPr/>
        </p:nvCxnSpPr>
        <p:spPr>
          <a:xfrm flipH="1" flipV="1">
            <a:off x="8729207" y="4330415"/>
            <a:ext cx="20306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63" name="Connector 362"/>
          <p:cNvCxnSpPr/>
          <p:nvPr/>
        </p:nvCxnSpPr>
        <p:spPr>
          <a:xfrm flipV="1">
            <a:off x="8770777" y="4330415"/>
            <a:ext cx="20305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64" name="Connector 363"/>
          <p:cNvCxnSpPr/>
          <p:nvPr/>
        </p:nvCxnSpPr>
        <p:spPr>
          <a:xfrm flipH="1" flipV="1">
            <a:off x="9217518" y="4330415"/>
            <a:ext cx="20305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cxnSp>
        <p:nvCxnSpPr>
          <p:cNvPr id="365" name="Connector 364"/>
          <p:cNvCxnSpPr/>
          <p:nvPr/>
        </p:nvCxnSpPr>
        <p:spPr>
          <a:xfrm flipV="1">
            <a:off x="9259087" y="4330415"/>
            <a:ext cx="20306" cy="75782"/>
          </a:xfrm>
          <a:prstGeom prst="line">
            <a:avLst/>
          </a:prstGeom>
          <a:ln w="6350">
            <a:solidFill>
              <a:srgbClr val="F5F5F5">
                <a:alpha val="55000"/>
              </a:srgbClr>
            </a:solidFill>
          </a:ln>
        </p:spPr>
      </p:cxnSp>
      <p:sp>
        <p:nvSpPr>
          <p:cNvPr id="366" name="Oval 365"/>
          <p:cNvSpPr/>
          <p:nvPr/>
        </p:nvSpPr>
        <p:spPr>
          <a:xfrm>
            <a:off x="8792067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8865592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117608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9191133" y="4295976"/>
            <a:ext cx="25400" cy="25400"/>
          </a:xfrm>
          <a:prstGeom prst="ellipse">
            <a:avLst/>
          </a:prstGeom>
          <a:solidFill>
            <a:srgbClr val="F5F5F5">
              <a:alpha val="49635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8954944" y="4296375"/>
            <a:ext cx="25400" cy="25400"/>
          </a:xfrm>
          <a:prstGeom prst="ellipse">
            <a:avLst/>
          </a:prstGeom>
          <a:solidFill>
            <a:srgbClr val="F5F5F5">
              <a:alpha val="6514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9028256" y="4296375"/>
            <a:ext cx="25400" cy="25400"/>
          </a:xfrm>
          <a:prstGeom prst="ellipse">
            <a:avLst/>
          </a:prstGeom>
          <a:solidFill>
            <a:srgbClr val="F5F5F5">
              <a:alpha val="65146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8876852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8943578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9039622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106348" y="4308662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8716507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8778382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9204818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266693" y="4317715"/>
            <a:ext cx="25400" cy="25400"/>
          </a:xfrm>
          <a:prstGeom prst="ellipse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8659532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8733372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9147843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9221682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8845068" y="4225382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8805749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8884387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007838" y="4225382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8968520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9047157" y="4230908"/>
            <a:ext cx="155693" cy="155693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74091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881475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9066458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914029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8903688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8977527" y="4244397"/>
            <a:ext cx="127385" cy="127385"/>
          </a:xfrm>
          <a:prstGeom prst="ellipse">
            <a:avLst/>
          </a:prstGeom>
          <a:solidFill>
            <a:srgbClr val="F5F5F5">
              <a:alpha val="5000"/>
            </a:srgbClr>
          </a:solidFill>
          <a:ln w="6350">
            <a:solidFill>
              <a:srgbClr val="F5F5F5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96" name="Connector 395"/>
          <p:cNvCxnSpPr/>
          <p:nvPr/>
        </p:nvCxnSpPr>
        <p:spPr>
          <a:xfrm flipV="1">
            <a:off x="10330488" y="3586700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397" name="Oval 396"/>
          <p:cNvSpPr/>
          <p:nvPr/>
        </p:nvSpPr>
        <p:spPr>
          <a:xfrm>
            <a:off x="10311438" y="3567650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98" name="Connector 397"/>
          <p:cNvCxnSpPr/>
          <p:nvPr/>
        </p:nvCxnSpPr>
        <p:spPr>
          <a:xfrm flipV="1">
            <a:off x="9699930" y="3626699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399" name="Oval 398"/>
          <p:cNvSpPr/>
          <p:nvPr/>
        </p:nvSpPr>
        <p:spPr>
          <a:xfrm>
            <a:off x="9680880" y="3607649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00" name="Connector 399"/>
          <p:cNvCxnSpPr/>
          <p:nvPr/>
        </p:nvCxnSpPr>
        <p:spPr>
          <a:xfrm flipV="1">
            <a:off x="9004300" y="3669803"/>
            <a:ext cx="0" cy="223031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401" name="Oval 400"/>
          <p:cNvSpPr/>
          <p:nvPr/>
        </p:nvSpPr>
        <p:spPr>
          <a:xfrm>
            <a:off x="8985250" y="3650753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02" name="Connector 401"/>
          <p:cNvCxnSpPr/>
          <p:nvPr/>
        </p:nvCxnSpPr>
        <p:spPr>
          <a:xfrm flipV="1">
            <a:off x="8308670" y="3716012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403" name="Oval 402"/>
          <p:cNvSpPr/>
          <p:nvPr/>
        </p:nvSpPr>
        <p:spPr>
          <a:xfrm>
            <a:off x="8289620" y="3696962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04" name="Connector 403"/>
          <p:cNvCxnSpPr/>
          <p:nvPr/>
        </p:nvCxnSpPr>
        <p:spPr>
          <a:xfrm flipV="1">
            <a:off x="7678112" y="3765324"/>
            <a:ext cx="0" cy="22303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405" name="Oval 404"/>
          <p:cNvSpPr/>
          <p:nvPr/>
        </p:nvSpPr>
        <p:spPr>
          <a:xfrm>
            <a:off x="7659062" y="3746274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06" name="Connector 405"/>
          <p:cNvCxnSpPr/>
          <p:nvPr/>
        </p:nvCxnSpPr>
        <p:spPr>
          <a:xfrm>
            <a:off x="9004300" y="4092028"/>
            <a:ext cx="0" cy="0"/>
          </a:xfrm>
          <a:prstGeom prst="line">
            <a:avLst/>
          </a:prstGeom>
          <a:ln w="10160">
            <a:solidFill>
              <a:srgbClr val="F5F5F5">
                <a:alpha val="60000"/>
              </a:srgbClr>
            </a:solidFill>
          </a:ln>
        </p:spPr>
      </p:cxnSp>
      <p:sp>
        <p:nvSpPr>
          <p:cNvPr id="407" name="Oval 406"/>
          <p:cNvSpPr/>
          <p:nvPr/>
        </p:nvSpPr>
        <p:spPr>
          <a:xfrm>
            <a:off x="8985250" y="4072978"/>
            <a:ext cx="38100" cy="381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8402758" y="2082523"/>
            <a:ext cx="1203084" cy="1203084"/>
          </a:xfrm>
          <a:prstGeom prst="ellipse">
            <a:avLst/>
          </a:prstGeom>
          <a:solidFill>
            <a:srgbClr val="0FF796">
              <a:alpha val="6000"/>
            </a:srgbClr>
          </a:solidFill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7076570" y="2082523"/>
            <a:ext cx="1203084" cy="1203084"/>
          </a:xfrm>
          <a:prstGeom prst="ellipse">
            <a:avLst/>
          </a:prstGeom>
          <a:solidFill>
            <a:srgbClr val="0FF796">
              <a:alpha val="6000"/>
            </a:srgbClr>
          </a:solidFill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9728946" y="2082523"/>
            <a:ext cx="1203084" cy="1203084"/>
          </a:xfrm>
          <a:prstGeom prst="ellipse">
            <a:avLst/>
          </a:prstGeom>
          <a:solidFill>
            <a:srgbClr val="0FF796">
              <a:alpha val="6000"/>
            </a:srgbClr>
          </a:solidFill>
          <a:ln w="1651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271187" y="2516695"/>
            <a:ext cx="813851" cy="813851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901744" y="2516695"/>
            <a:ext cx="813851" cy="813851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8597374" y="2516695"/>
            <a:ext cx="813851" cy="813851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9923562" y="2516695"/>
            <a:ext cx="813851" cy="813851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293005" y="2516695"/>
            <a:ext cx="813851" cy="813851"/>
          </a:xfrm>
          <a:prstGeom prst="ellipse">
            <a:avLst/>
          </a:prstGeom>
          <a:solidFill>
            <a:srgbClr val="0FF796">
              <a:alpha val="12000"/>
            </a:srgbClr>
          </a:solidFill>
          <a:ln w="10160">
            <a:solidFill>
              <a:srgbClr val="0FF796">
                <a:alpha val="8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324600" y="1739900"/>
            <a:ext cx="5105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手游高配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球花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</a:t>
            </a:r>
          </a:p>
        </p:txBody>
      </p:sp>
      <p:sp>
        <p:nvSpPr>
          <p:cNvPr id="417" name="Rectangle 416"/>
          <p:cNvSpPr/>
          <p:nvPr/>
        </p:nvSpPr>
        <p:spPr>
          <a:xfrm>
            <a:off x="609600" y="4978400"/>
            <a:ext cx="6350000" cy="1092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812800" y="5118100"/>
            <a:ext cx="152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</a:t>
            </a:r>
          </a:p>
          <a:p>
            <a:pPr algn="l">
              <a:lnSpc>
                <a:spcPts val="162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播放次数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12800" y="56134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同一编排自动分档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2514600" y="5232400"/>
            <a:ext cx="457200" cy="457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2362200" y="5054600"/>
            <a:ext cx="76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9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1150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514600" y="5727700"/>
            <a:ext cx="457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80"/>
              </a:lnSpc>
            </a:pPr>
            <a:r>
              <a:rPr sz="8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423" name="Rectangle 422"/>
          <p:cNvSpPr/>
          <p:nvPr/>
        </p:nvSpPr>
        <p:spPr>
          <a:xfrm>
            <a:off x="3111500" y="5349395"/>
            <a:ext cx="457200" cy="340205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TextBox 423"/>
          <p:cNvSpPr txBox="1"/>
          <p:nvPr/>
        </p:nvSpPr>
        <p:spPr>
          <a:xfrm>
            <a:off x="2959100" y="5171595"/>
            <a:ext cx="76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9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850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3111500" y="5727700"/>
            <a:ext cx="457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80"/>
              </a:lnSpc>
            </a:pPr>
            <a:r>
              <a:rPr sz="8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3708400" y="5514706"/>
            <a:ext cx="457200" cy="174894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3556000" y="5336906"/>
            <a:ext cx="76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9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440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3708400" y="5727700"/>
            <a:ext cx="457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80"/>
              </a:lnSpc>
            </a:pPr>
            <a:r>
              <a:rPr sz="8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2514600" y="5892800"/>
            <a:ext cx="165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430" name="Rectangle 429"/>
          <p:cNvSpPr/>
          <p:nvPr/>
        </p:nvSpPr>
        <p:spPr>
          <a:xfrm>
            <a:off x="4699000" y="5510713"/>
            <a:ext cx="457200" cy="178887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4546600" y="5332913"/>
            <a:ext cx="76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9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450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4699000" y="5727700"/>
            <a:ext cx="457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80"/>
              </a:lnSpc>
            </a:pPr>
            <a:r>
              <a:rPr sz="8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5295900" y="5550244"/>
            <a:ext cx="457200" cy="13935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TextBox 433"/>
          <p:cNvSpPr txBox="1"/>
          <p:nvPr/>
        </p:nvSpPr>
        <p:spPr>
          <a:xfrm>
            <a:off x="5143500" y="5372444"/>
            <a:ext cx="76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9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350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5295900" y="5727700"/>
            <a:ext cx="457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80"/>
              </a:lnSpc>
            </a:pPr>
            <a:r>
              <a:rPr sz="8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5892800" y="5617326"/>
            <a:ext cx="457200" cy="72274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TextBox 436"/>
          <p:cNvSpPr txBox="1"/>
          <p:nvPr/>
        </p:nvSpPr>
        <p:spPr>
          <a:xfrm>
            <a:off x="5740400" y="5439526"/>
            <a:ext cx="76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9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180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5892800" y="5727700"/>
            <a:ext cx="457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80"/>
              </a:lnSpc>
            </a:pPr>
            <a:r>
              <a:rPr sz="8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4699000" y="5892800"/>
            <a:ext cx="165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9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2451100" y="5689600"/>
            <a:ext cx="41021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7112000" y="4978400"/>
            <a:ext cx="2159000" cy="1092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7112000" y="4978400"/>
            <a:ext cx="38100" cy="1092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7315200" y="5118100"/>
            <a:ext cx="1841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50"/>
              </a:lnSpc>
            </a:pPr>
            <a:r>
              <a:rPr sz="3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7315200" y="5638800"/>
            <a:ext cx="184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  <p:sp>
        <p:nvSpPr>
          <p:cNvPr id="445" name="Rectangle 444"/>
          <p:cNvSpPr/>
          <p:nvPr/>
        </p:nvSpPr>
        <p:spPr>
          <a:xfrm>
            <a:off x="9423400" y="4978400"/>
            <a:ext cx="2159000" cy="1092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9626600" y="5130800"/>
            <a:ext cx="1841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9626600" y="5422900"/>
            <a:ext cx="1841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节拍对齐指标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尚未达到宪章目标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接入成果：批量修正读回一致，叠加开销可查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贴图规范确定后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663700"/>
            <a:ext cx="4064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3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5400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张贴图批量重设，读回一致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048000"/>
            <a:ext cx="4064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2258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5306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1148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粒子系统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个、材质实例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读回无错误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3340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规则已内置于导入器，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新资源导入时自动执行</a:t>
            </a:r>
          </a:p>
        </p:txBody>
      </p:sp>
      <p:pic>
        <p:nvPicPr>
          <p:cNvPr id="14" name="Picture 13" descr="p12_overd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3048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257800" y="4076700"/>
            <a:ext cx="19177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5257800" y="4076700"/>
            <a:ext cx="19177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Overdraw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视图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1600" y="44577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颜色越暖，叠加层数越多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1600" y="4826000"/>
            <a:ext cx="6400800" cy="1244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5600" y="49657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开发机实测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高配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5600" y="5245100"/>
            <a:ext cx="5892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0.08</a:t>
            </a:r>
            <a:r>
              <a:rPr sz="26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26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0.50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ms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烟花半透明耗时（7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个时刻）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类火星合成一张序列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549400"/>
            <a:ext cx="2857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00"/>
              </a:lnSpc>
            </a:pPr>
            <a:r>
              <a:rPr sz="5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30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2984500"/>
            <a:ext cx="2743200" cy="1543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gif_sparkler_u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2984500"/>
            <a:ext cx="2743200" cy="154305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65200" y="41973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ource_tag"/>
          <p:cNvSpPr txBox="1"/>
          <p:nvPr/>
        </p:nvSpPr>
        <p:spPr>
          <a:xfrm>
            <a:off x="965200" y="41973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699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49276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窜天猴拖尾用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个发射器拼合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52705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本次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54991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通用母子分叉，烘焙时合成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类火星（源自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工程）</a:t>
            </a:r>
          </a:p>
        </p:txBody>
      </p:sp>
      <p:pic>
        <p:nvPicPr>
          <p:cNvPr id="19" name="Picture 18" descr="p14_l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20" name="Picture 19" descr="p14_l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553700" y="2895600"/>
            <a:ext cx="1003300" cy="1143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gif_sparkler_replay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7200" y="2933700"/>
            <a:ext cx="876300" cy="876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53700" y="3835400"/>
            <a:ext cx="10033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合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帧主序列（按帧展开）</a:t>
            </a:r>
          </a:p>
        </p:txBody>
      </p:sp>
      <p:pic>
        <p:nvPicPr>
          <p:cNvPr id="25" name="Picture 24" descr="p14_shee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升空尾缀：按屏幕位移分配帧数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810000" cy="3575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gif_rise_ue4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810000" cy="3575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4603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ource_tag"/>
          <p:cNvSpPr txBox="1"/>
          <p:nvPr/>
        </p:nvSpPr>
        <p:spPr>
          <a:xfrm>
            <a:off x="685800" y="4603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9911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四发升空尾缀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7400" y="1358900"/>
            <a:ext cx="1333500" cy="3575050"/>
          </a:xfrm>
          <a:prstGeom prst="rect">
            <a:avLst/>
          </a:prstGeom>
          <a:solidFill>
            <a:srgbClr val="0E0E1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gif_rise_sim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7400" y="1358900"/>
            <a:ext cx="1333500" cy="3575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7400" y="4991100"/>
            <a:ext cx="1333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000" y="1358900"/>
            <a:ext cx="5359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000" y="1663700"/>
            <a:ext cx="5359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Δp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=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∫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v(t)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dt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每米像素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000" y="2070100"/>
            <a:ext cx="5359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m、1080p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观看条件换算每帧屏幕位移，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移动快的阶段多给帧，慢的阶段少给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3000" y="2857500"/>
            <a:ext cx="5359400" cy="1460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3000" y="2857500"/>
            <a:ext cx="38100" cy="1460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1600" y="3035300"/>
            <a:ext cx="49784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</a:pP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1.9</a:t>
            </a:r>
            <a:r>
              <a:rPr sz="4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4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1600" y="36830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fps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档上升段最慢处帧率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1600" y="39751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代价：单格高度降低，近看略软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3000" y="4572000"/>
            <a:ext cx="5359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档尾缀按开花高度生成，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与手游使用同一套规则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方头与黑块：定位原因，写入导出与导入规则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低配出现</a:t>
            </a:r>
          </a:p>
        </p:txBody>
      </p:sp>
      <p:pic>
        <p:nvPicPr>
          <p:cNvPr id="7" name="Picture 6" descr="p16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51000"/>
            <a:ext cx="1676400" cy="2984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0" name="Picture 9" descr="p16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1651000"/>
            <a:ext cx="1676400" cy="2984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699000"/>
            <a:ext cx="3429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低档同机位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4600" y="50800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长条格压扁后采样到低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Mip，星头变方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4600" y="54229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主序列不使用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Mip；手游保留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1358900"/>
            <a:ext cx="675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黑块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最亮处出现黑点</a:t>
            </a:r>
          </a:p>
        </p:txBody>
      </p:sp>
      <p:pic>
        <p:nvPicPr>
          <p:cNvPr id="19" name="Picture 18" descr="p16_ram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1651000"/>
            <a:ext cx="6756400" cy="2857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26000" y="4699000"/>
            <a:ext cx="6756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左：Ramp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末格为黑，出现黑点；右：末格不黑，没有黑点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60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1000" y="50800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最亮处采样落到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末格的黑色（末格涂黑用于去除光晕灰线）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60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000" y="54229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0.98，确认有效后写入导出与导入规则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流程演示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流程演示：从模板到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模板调参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选择模板、调参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引擎回放复核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与手游素材包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编排与播放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生成导演表，UE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工作方法：批量需求的三阶段协作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明确需求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6600" y="1384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需求定义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目标、约束、验收标准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6600" y="1778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技术选型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梳理技术，取最简方案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6600" y="2171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先拆结构，再调参数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6600" y="27305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建立规范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6600" y="29718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任务拆分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按效果、工具、编排分配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6600" y="33655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宪章规范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参数、交互、编排规则成文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06600" y="37592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执行前读取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先读规范与交接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6600" y="43180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结果把关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6600" y="4559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自动检查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6600" y="4953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状态分离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执行、自检、验收分开记录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6600" y="5346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版本锁定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通过后锁定，复用派生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适用场景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247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159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重复性设置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451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开发工具，批量处理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009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921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复杂效果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213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拆结构后模拟、烘焙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771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683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3975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以表驱动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94600" y="4572000"/>
            <a:ext cx="37084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94600" y="47244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工具包存放位置：xx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94600" y="50292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首批：烘焙器与案例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94600" y="54610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从一项重复性工作开始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th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394440" y="762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394440" y="762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381500"/>
            <a:ext cx="109728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800"/>
              </a:lnSpc>
            </a:pPr>
            <a:r>
              <a:rPr sz="8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THANK</a:t>
            </a:r>
            <a:r>
              <a:rPr sz="8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8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5715000"/>
            <a:ext cx="6096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5880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谢谢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欢迎交流</a:t>
            </a:r>
          </a:p>
        </p:txBody>
      </p:sp>
      <p:sp>
        <p:nvSpPr>
          <p:cNvPr id="10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